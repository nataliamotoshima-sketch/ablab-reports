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 id="2147483678" r:id="rId6"/>
    <p:sldMasterId id="214748367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Lst>
  <p:sldSz cy="10287000" cx="18288000"/>
  <p:notesSz cx="6858000" cy="9144000"/>
  <p:embeddedFontLst>
    <p:embeddedFont>
      <p:font typeface="Roboto Black"/>
      <p:bold r:id="rId21"/>
      <p:boldItalic r:id="rId22"/>
    </p:embeddedFont>
    <p:embeddedFont>
      <p:font typeface="Roboto Thin"/>
      <p:regular r:id="rId23"/>
      <p:bold r:id="rId24"/>
      <p:italic r:id="rId25"/>
      <p:boldItalic r:id="rId26"/>
    </p:embeddedFont>
    <p:embeddedFont>
      <p:font typeface="Roboto"/>
      <p:regular r:id="rId27"/>
      <p:bold r:id="rId28"/>
      <p:italic r:id="rId29"/>
      <p:boldItalic r:id="rId30"/>
    </p:embeddedFont>
    <p:embeddedFont>
      <p:font typeface="Roboto Medium"/>
      <p:regular r:id="rId31"/>
      <p:bold r:id="rId32"/>
      <p:italic r:id="rId33"/>
      <p:boldItalic r:id="rId34"/>
    </p:embeddedFont>
    <p:embeddedFont>
      <p:font typeface="Helvetica Neue"/>
      <p:regular r:id="rId35"/>
      <p:bold r:id="rId36"/>
      <p:italic r:id="rId37"/>
      <p:boldItalic r:id="rId38"/>
    </p:embeddedFont>
    <p:embeddedFont>
      <p:font typeface="Roboto Light"/>
      <p:regular r:id="rId39"/>
      <p:bold r:id="rId40"/>
      <p:italic r:id="rId41"/>
      <p:boldItalic r:id="rId42"/>
    </p:embeddedFont>
    <p:embeddedFont>
      <p:font typeface="Oswald"/>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97">
          <p15:clr>
            <a:srgbClr val="747775"/>
          </p15:clr>
        </p15:guide>
        <p15:guide id="2" orient="horz" pos="4687">
          <p15:clr>
            <a:srgbClr val="747775"/>
          </p15:clr>
        </p15:guide>
        <p15:guide id="3" pos="11400">
          <p15:clr>
            <a:srgbClr val="747775"/>
          </p15:clr>
        </p15:guide>
        <p15:guide id="4" orient="horz" pos="4687">
          <p15:clr>
            <a:srgbClr val="747775"/>
          </p15:clr>
        </p15:guide>
        <p15:guide id="5" pos="5262">
          <p15:clr>
            <a:srgbClr val="747775"/>
          </p15:clr>
        </p15:guide>
        <p15:guide id="6" orient="horz" pos="1587">
          <p15:clr>
            <a:srgbClr val="747775"/>
          </p15:clr>
        </p15:guide>
        <p15:guide id="7" pos="5138">
          <p15:clr>
            <a:srgbClr val="747775"/>
          </p15:clr>
        </p15:guide>
        <p15:guide id="8" pos="11295">
          <p15:clr>
            <a:srgbClr val="747775"/>
          </p15:clr>
        </p15:guide>
        <p15:guide id="9" orient="horz" pos="462">
          <p15:clr>
            <a:srgbClr val="747775"/>
          </p15:clr>
        </p15:guide>
        <p15:guide id="10" orient="horz" pos="4556">
          <p15:clr>
            <a:srgbClr val="747775"/>
          </p15:clr>
        </p15:guide>
        <p15:guide id="11" pos="1008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6BDCDD-6AC9-426E-AE4F-3334DCACC9B4}">
  <a:tblStyle styleId="{626BDCDD-6AC9-426E-AE4F-3334DCACC9B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68506B4-DBC4-4560-8028-80199286882C}"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97"/>
        <p:guide pos="4687" orient="horz"/>
        <p:guide pos="11400"/>
        <p:guide pos="4687" orient="horz"/>
        <p:guide pos="5262"/>
        <p:guide pos="1587" orient="horz"/>
        <p:guide pos="5138"/>
        <p:guide pos="11295"/>
        <p:guide pos="462" orient="horz"/>
        <p:guide pos="4556" orient="horz"/>
        <p:guide pos="10085"/>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Light-bold.fntdata"/><Relationship Id="rId20" Type="http://schemas.openxmlformats.org/officeDocument/2006/relationships/slide" Target="slides/slide12.xml"/><Relationship Id="rId42" Type="http://schemas.openxmlformats.org/officeDocument/2006/relationships/font" Target="fonts/RobotoLight-boldItalic.fntdata"/><Relationship Id="rId41" Type="http://schemas.openxmlformats.org/officeDocument/2006/relationships/font" Target="fonts/RobotoLight-italic.fntdata"/><Relationship Id="rId22" Type="http://schemas.openxmlformats.org/officeDocument/2006/relationships/font" Target="fonts/RobotoBlack-boldItalic.fntdata"/><Relationship Id="rId44" Type="http://schemas.openxmlformats.org/officeDocument/2006/relationships/font" Target="fonts/Oswald-bold.fntdata"/><Relationship Id="rId21" Type="http://schemas.openxmlformats.org/officeDocument/2006/relationships/font" Target="fonts/RobotoBlack-bold.fntdata"/><Relationship Id="rId43" Type="http://schemas.openxmlformats.org/officeDocument/2006/relationships/font" Target="fonts/Oswald-regular.fntdata"/><Relationship Id="rId24" Type="http://schemas.openxmlformats.org/officeDocument/2006/relationships/font" Target="fonts/RobotoThin-bold.fntdata"/><Relationship Id="rId23" Type="http://schemas.openxmlformats.org/officeDocument/2006/relationships/font" Target="fonts/RobotoThin-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font" Target="fonts/RobotoThin-boldItalic.fntdata"/><Relationship Id="rId25" Type="http://schemas.openxmlformats.org/officeDocument/2006/relationships/font" Target="fonts/RobotoThin-italic.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italic.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RobotoMedium-regular.fntdata"/><Relationship Id="rId30" Type="http://schemas.openxmlformats.org/officeDocument/2006/relationships/font" Target="fonts/Roboto-boldItalic.fntdata"/><Relationship Id="rId11" Type="http://schemas.openxmlformats.org/officeDocument/2006/relationships/slide" Target="slides/slide3.xml"/><Relationship Id="rId33" Type="http://schemas.openxmlformats.org/officeDocument/2006/relationships/font" Target="fonts/RobotoMedium-italic.fntdata"/><Relationship Id="rId10" Type="http://schemas.openxmlformats.org/officeDocument/2006/relationships/slide" Target="slides/slide2.xml"/><Relationship Id="rId32" Type="http://schemas.openxmlformats.org/officeDocument/2006/relationships/font" Target="fonts/RobotoMedium-bold.fntdata"/><Relationship Id="rId13" Type="http://schemas.openxmlformats.org/officeDocument/2006/relationships/slide" Target="slides/slide5.xml"/><Relationship Id="rId35" Type="http://schemas.openxmlformats.org/officeDocument/2006/relationships/font" Target="fonts/HelveticaNeue-regular.fntdata"/><Relationship Id="rId12" Type="http://schemas.openxmlformats.org/officeDocument/2006/relationships/slide" Target="slides/slide4.xml"/><Relationship Id="rId34" Type="http://schemas.openxmlformats.org/officeDocument/2006/relationships/font" Target="fonts/RobotoMedium-boldItalic.fntdata"/><Relationship Id="rId15" Type="http://schemas.openxmlformats.org/officeDocument/2006/relationships/slide" Target="slides/slide7.xml"/><Relationship Id="rId37" Type="http://schemas.openxmlformats.org/officeDocument/2006/relationships/font" Target="fonts/HelveticaNeue-italic.fntdata"/><Relationship Id="rId14" Type="http://schemas.openxmlformats.org/officeDocument/2006/relationships/slide" Target="slides/slide6.xml"/><Relationship Id="rId36" Type="http://schemas.openxmlformats.org/officeDocument/2006/relationships/font" Target="fonts/HelveticaNeue-bold.fntdata"/><Relationship Id="rId17" Type="http://schemas.openxmlformats.org/officeDocument/2006/relationships/slide" Target="slides/slide9.xml"/><Relationship Id="rId39" Type="http://schemas.openxmlformats.org/officeDocument/2006/relationships/font" Target="fonts/RobotoLight-regular.fntdata"/><Relationship Id="rId16" Type="http://schemas.openxmlformats.org/officeDocument/2006/relationships/slide" Target="slides/slide8.xml"/><Relationship Id="rId38" Type="http://schemas.openxmlformats.org/officeDocument/2006/relationships/font" Target="fonts/HelveticaNeue-boldItalic.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b50a92601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b50a92601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36901498d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936901498d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51e2b0bcf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d51e2b0bcf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93b7f5334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93b7f5334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cfe266c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ccfe266c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bb87d177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bb87d177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325bd579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9325bd579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ccac60b605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g3ccac60b605_8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ccf929bd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g3ccf929bdb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be2a29855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be2a29855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eb60ee2ecb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eb60ee2ecb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2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hyperlink" Target="http://ablab.com.br" TargetMode="External"/><Relationship Id="rId6" Type="http://schemas.openxmlformats.org/officeDocument/2006/relationships/hyperlink" Target="https://www.instagram.com/agenciaablab/" TargetMode="External"/><Relationship Id="rId7"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2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 Id="rId3"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hyperlink" Target="http://ablab.com.br" TargetMode="External"/><Relationship Id="rId6" Type="http://schemas.openxmlformats.org/officeDocument/2006/relationships/hyperlink" Target="https://www.instagram.com/agenciaablab/" TargetMode="External"/><Relationship Id="rId7"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623417" y="1489150"/>
            <a:ext cx="17041200" cy="41052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11" name="Google Shape;11;p2"/>
          <p:cNvSpPr txBox="1"/>
          <p:nvPr>
            <p:ph idx="1" type="subTitle"/>
          </p:nvPr>
        </p:nvSpPr>
        <p:spPr>
          <a:xfrm>
            <a:off x="623400" y="5668250"/>
            <a:ext cx="17041200" cy="1585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2" name="Google Shape;12;p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623400" y="4301700"/>
            <a:ext cx="17041200" cy="1683600"/>
          </a:xfrm>
          <a:prstGeom prst="rect">
            <a:avLst/>
          </a:prstGeom>
        </p:spPr>
        <p:txBody>
          <a:bodyPr anchorCtr="0" anchor="ctr" bIns="182850" lIns="182850" spcFirstLastPara="1" rIns="182850" wrap="square" tIns="18285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5" name="Google Shape;15;p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 name="Google Shape;18;p4"/>
          <p:cNvSpPr txBox="1"/>
          <p:nvPr>
            <p:ph idx="1" type="body"/>
          </p:nvPr>
        </p:nvSpPr>
        <p:spPr>
          <a:xfrm>
            <a:off x="623400" y="2304950"/>
            <a:ext cx="17041200" cy="6832800"/>
          </a:xfrm>
          <a:prstGeom prst="rect">
            <a:avLst/>
          </a:prstGeom>
        </p:spPr>
        <p:txBody>
          <a:bodyPr anchorCtr="0" anchor="t"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19" name="Google Shape;19;p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2" name="Google Shape;22;p5"/>
          <p:cNvSpPr txBox="1"/>
          <p:nvPr>
            <p:ph idx="1" type="body"/>
          </p:nvPr>
        </p:nvSpPr>
        <p:spPr>
          <a:xfrm>
            <a:off x="6234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3" name="Google Shape;23;p5"/>
          <p:cNvSpPr txBox="1"/>
          <p:nvPr>
            <p:ph idx="2" type="body"/>
          </p:nvPr>
        </p:nvSpPr>
        <p:spPr>
          <a:xfrm>
            <a:off x="96648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4" name="Google Shape;24;p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7" name="Google Shape;27;p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623400" y="1111200"/>
            <a:ext cx="5616000" cy="1511400"/>
          </a:xfrm>
          <a:prstGeom prst="rect">
            <a:avLst/>
          </a:prstGeom>
        </p:spPr>
        <p:txBody>
          <a:bodyPr anchorCtr="0" anchor="b" bIns="182850" lIns="182850" spcFirstLastPara="1" rIns="182850" wrap="square" tIns="18285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0" name="Google Shape;30;p7"/>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1" name="Google Shape;31;p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980500" y="900300"/>
            <a:ext cx="12735600" cy="8181600"/>
          </a:xfrm>
          <a:prstGeom prst="rect">
            <a:avLst/>
          </a:prstGeom>
        </p:spPr>
        <p:txBody>
          <a:bodyPr anchorCtr="0" anchor="ctr" bIns="182850" lIns="182850" spcFirstLastPara="1" rIns="182850" wrap="square" tIns="182850">
            <a:norm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34" name="Google Shape;34;p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531000" y="2466350"/>
            <a:ext cx="8090400" cy="29646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38" name="Google Shape;38;p9"/>
          <p:cNvSpPr txBox="1"/>
          <p:nvPr>
            <p:ph idx="1" type="subTitle"/>
          </p:nvPr>
        </p:nvSpPr>
        <p:spPr>
          <a:xfrm>
            <a:off x="531000" y="5606150"/>
            <a:ext cx="8090400" cy="2470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9"/>
          <p:cNvSpPr txBox="1"/>
          <p:nvPr>
            <p:ph idx="2" type="body"/>
          </p:nvPr>
        </p:nvSpPr>
        <p:spPr>
          <a:xfrm>
            <a:off x="9879000" y="1448150"/>
            <a:ext cx="7674000" cy="7390200"/>
          </a:xfrm>
          <a:prstGeom prst="rect">
            <a:avLst/>
          </a:prstGeom>
        </p:spPr>
        <p:txBody>
          <a:bodyPr anchorCtr="0" anchor="ctr"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406400" lvl="8" marL="4114800">
              <a:spcBef>
                <a:spcPts val="0"/>
              </a:spcBef>
              <a:spcAft>
                <a:spcPts val="0"/>
              </a:spcAft>
              <a:buSzPts val="2800"/>
              <a:buChar char="■"/>
              <a:defRPr/>
            </a:lvl9pPr>
          </a:lstStyle>
          <a:p/>
        </p:txBody>
      </p:sp>
      <p:sp>
        <p:nvSpPr>
          <p:cNvPr id="40" name="Google Shape;40;p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623400" y="8461150"/>
            <a:ext cx="11997600" cy="1210200"/>
          </a:xfrm>
          <a:prstGeom prst="rect">
            <a:avLst/>
          </a:prstGeom>
        </p:spPr>
        <p:txBody>
          <a:bodyPr anchorCtr="0" anchor="ctr" bIns="182850" lIns="182850" spcFirstLastPara="1" rIns="182850" wrap="square" tIns="182850">
            <a:normAutofit/>
          </a:bodyPr>
          <a:lstStyle>
            <a:lvl1pPr indent="-228600" lvl="0" marL="457200">
              <a:lnSpc>
                <a:spcPct val="100000"/>
              </a:lnSpc>
              <a:spcBef>
                <a:spcPts val="0"/>
              </a:spcBef>
              <a:spcAft>
                <a:spcPts val="0"/>
              </a:spcAft>
              <a:buSzPts val="3600"/>
              <a:buNone/>
              <a:defRPr/>
            </a:lvl1pPr>
          </a:lstStyle>
          <a:p/>
        </p:txBody>
      </p:sp>
      <p:sp>
        <p:nvSpPr>
          <p:cNvPr id="43" name="Google Shape;43;p1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623400" y="2212250"/>
            <a:ext cx="17041200" cy="39270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24000"/>
              <a:buNone/>
              <a:defRPr sz="24000"/>
            </a:lvl1pPr>
            <a:lvl2pPr lvl="1" algn="ctr">
              <a:spcBef>
                <a:spcPts val="0"/>
              </a:spcBef>
              <a:spcAft>
                <a:spcPts val="0"/>
              </a:spcAft>
              <a:buSzPts val="24000"/>
              <a:buNone/>
              <a:defRPr sz="24000"/>
            </a:lvl2pPr>
            <a:lvl3pPr lvl="2" algn="ctr">
              <a:spcBef>
                <a:spcPts val="0"/>
              </a:spcBef>
              <a:spcAft>
                <a:spcPts val="0"/>
              </a:spcAft>
              <a:buSzPts val="24000"/>
              <a:buNone/>
              <a:defRPr sz="24000"/>
            </a:lvl3pPr>
            <a:lvl4pPr lvl="3" algn="ctr">
              <a:spcBef>
                <a:spcPts val="0"/>
              </a:spcBef>
              <a:spcAft>
                <a:spcPts val="0"/>
              </a:spcAft>
              <a:buSzPts val="24000"/>
              <a:buNone/>
              <a:defRPr sz="24000"/>
            </a:lvl4pPr>
            <a:lvl5pPr lvl="4" algn="ctr">
              <a:spcBef>
                <a:spcPts val="0"/>
              </a:spcBef>
              <a:spcAft>
                <a:spcPts val="0"/>
              </a:spcAft>
              <a:buSzPts val="24000"/>
              <a:buNone/>
              <a:defRPr sz="24000"/>
            </a:lvl5pPr>
            <a:lvl6pPr lvl="5" algn="ctr">
              <a:spcBef>
                <a:spcPts val="0"/>
              </a:spcBef>
              <a:spcAft>
                <a:spcPts val="0"/>
              </a:spcAft>
              <a:buSzPts val="24000"/>
              <a:buNone/>
              <a:defRPr sz="24000"/>
            </a:lvl6pPr>
            <a:lvl7pPr lvl="6" algn="ctr">
              <a:spcBef>
                <a:spcPts val="0"/>
              </a:spcBef>
              <a:spcAft>
                <a:spcPts val="0"/>
              </a:spcAft>
              <a:buSzPts val="24000"/>
              <a:buNone/>
              <a:defRPr sz="24000"/>
            </a:lvl7pPr>
            <a:lvl8pPr lvl="7" algn="ctr">
              <a:spcBef>
                <a:spcPts val="0"/>
              </a:spcBef>
              <a:spcAft>
                <a:spcPts val="0"/>
              </a:spcAft>
              <a:buSzPts val="24000"/>
              <a:buNone/>
              <a:defRPr sz="24000"/>
            </a:lvl8pPr>
            <a:lvl9pPr lvl="8" algn="ctr">
              <a:spcBef>
                <a:spcPts val="0"/>
              </a:spcBef>
              <a:spcAft>
                <a:spcPts val="0"/>
              </a:spcAft>
              <a:buSzPts val="24000"/>
              <a:buNone/>
              <a:defRPr sz="24000"/>
            </a:lvl9pPr>
          </a:lstStyle>
          <a:p>
            <a:r>
              <a:t>xx%</a:t>
            </a:r>
          </a:p>
        </p:txBody>
      </p:sp>
      <p:sp>
        <p:nvSpPr>
          <p:cNvPr id="46" name="Google Shape;46;p11"/>
          <p:cNvSpPr txBox="1"/>
          <p:nvPr>
            <p:ph idx="1" type="body"/>
          </p:nvPr>
        </p:nvSpPr>
        <p:spPr>
          <a:xfrm>
            <a:off x="623400" y="6304450"/>
            <a:ext cx="17041200" cy="2601600"/>
          </a:xfrm>
          <a:prstGeom prst="rect">
            <a:avLst/>
          </a:prstGeom>
        </p:spPr>
        <p:txBody>
          <a:bodyPr anchorCtr="0" anchor="t" bIns="182850" lIns="182850" spcFirstLastPara="1" rIns="182850" wrap="square" tIns="182850">
            <a:normAutofit/>
          </a:bodyPr>
          <a:lstStyle>
            <a:lvl1pPr indent="-457200" lvl="0" marL="457200" algn="ctr">
              <a:spcBef>
                <a:spcPts val="0"/>
              </a:spcBef>
              <a:spcAft>
                <a:spcPts val="0"/>
              </a:spcAft>
              <a:buSzPts val="3600"/>
              <a:buChar char="●"/>
              <a:defRPr/>
            </a:lvl1pPr>
            <a:lvl2pPr indent="-406400" lvl="1" marL="914400" algn="ctr">
              <a:spcBef>
                <a:spcPts val="0"/>
              </a:spcBef>
              <a:spcAft>
                <a:spcPts val="0"/>
              </a:spcAft>
              <a:buSzPts val="2800"/>
              <a:buChar char="○"/>
              <a:defRPr/>
            </a:lvl2pPr>
            <a:lvl3pPr indent="-406400" lvl="2" marL="1371600" algn="ctr">
              <a:spcBef>
                <a:spcPts val="0"/>
              </a:spcBef>
              <a:spcAft>
                <a:spcPts val="0"/>
              </a:spcAft>
              <a:buSzPts val="2800"/>
              <a:buChar char="■"/>
              <a:defRPr/>
            </a:lvl3pPr>
            <a:lvl4pPr indent="-406400" lvl="3" marL="1828800" algn="ctr">
              <a:spcBef>
                <a:spcPts val="0"/>
              </a:spcBef>
              <a:spcAft>
                <a:spcPts val="0"/>
              </a:spcAft>
              <a:buSzPts val="2800"/>
              <a:buChar char="●"/>
              <a:defRPr/>
            </a:lvl4pPr>
            <a:lvl5pPr indent="-406400" lvl="4" marL="2286000" algn="ctr">
              <a:spcBef>
                <a:spcPts val="0"/>
              </a:spcBef>
              <a:spcAft>
                <a:spcPts val="0"/>
              </a:spcAft>
              <a:buSzPts val="2800"/>
              <a:buChar char="○"/>
              <a:defRPr/>
            </a:lvl5pPr>
            <a:lvl6pPr indent="-406400" lvl="5" marL="2743200" algn="ctr">
              <a:spcBef>
                <a:spcPts val="0"/>
              </a:spcBef>
              <a:spcAft>
                <a:spcPts val="0"/>
              </a:spcAft>
              <a:buSzPts val="2800"/>
              <a:buChar char="■"/>
              <a:defRPr/>
            </a:lvl6pPr>
            <a:lvl7pPr indent="-406400" lvl="6" marL="3200400" algn="ctr">
              <a:spcBef>
                <a:spcPts val="0"/>
              </a:spcBef>
              <a:spcAft>
                <a:spcPts val="0"/>
              </a:spcAft>
              <a:buSzPts val="2800"/>
              <a:buChar char="●"/>
              <a:defRPr/>
            </a:lvl7pPr>
            <a:lvl8pPr indent="-406400" lvl="7" marL="3657600" algn="ctr">
              <a:spcBef>
                <a:spcPts val="0"/>
              </a:spcBef>
              <a:spcAft>
                <a:spcPts val="0"/>
              </a:spcAft>
              <a:buSzPts val="2800"/>
              <a:buChar char="○"/>
              <a:defRPr/>
            </a:lvl8pPr>
            <a:lvl9pPr indent="-406400" lvl="8" marL="4114800" algn="ctr">
              <a:spcBef>
                <a:spcPts val="0"/>
              </a:spcBef>
              <a:spcAft>
                <a:spcPts val="0"/>
              </a:spcAft>
              <a:buSzPts val="2800"/>
              <a:buChar char="■"/>
              <a:defRPr/>
            </a:lvl9pPr>
          </a:lstStyle>
          <a:p/>
        </p:txBody>
      </p:sp>
      <p:sp>
        <p:nvSpPr>
          <p:cNvPr id="47" name="Google Shape;47;p1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p:cSld name="TITLE_1">
    <p:spTree>
      <p:nvGrpSpPr>
        <p:cNvPr id="50" name="Shape 50"/>
        <p:cNvGrpSpPr/>
        <p:nvPr/>
      </p:nvGrpSpPr>
      <p:grpSpPr>
        <a:xfrm>
          <a:off x="0" y="0"/>
          <a:ext cx="0" cy="0"/>
          <a:chOff x="0" y="0"/>
          <a:chExt cx="0" cy="0"/>
        </a:xfrm>
      </p:grpSpPr>
      <p:sp>
        <p:nvSpPr>
          <p:cNvPr id="51" name="Google Shape;51;p13"/>
          <p:cNvSpPr txBox="1"/>
          <p:nvPr>
            <p:ph idx="1" type="body"/>
          </p:nvPr>
        </p:nvSpPr>
        <p:spPr>
          <a:xfrm>
            <a:off x="901005" y="8894897"/>
            <a:ext cx="16478400" cy="477600"/>
          </a:xfrm>
          <a:prstGeom prst="rect">
            <a:avLst/>
          </a:prstGeom>
          <a:noFill/>
          <a:ln>
            <a:noFill/>
          </a:ln>
        </p:spPr>
        <p:txBody>
          <a:bodyPr anchorCtr="0" anchor="t" bIns="34300" lIns="34300" spcFirstLastPara="1" rIns="34300" wrap="square" tIns="34300">
            <a:normAutofit/>
          </a:bodyPr>
          <a:lstStyle>
            <a:lvl1pPr indent="-228600" lvl="0" marL="457200" rtl="0" algn="l">
              <a:lnSpc>
                <a:spcPct val="100000"/>
              </a:lnSpc>
              <a:spcBef>
                <a:spcPts val="0"/>
              </a:spcBef>
              <a:spcAft>
                <a:spcPts val="0"/>
              </a:spcAft>
              <a:buClr>
                <a:srgbClr val="000000"/>
              </a:buClr>
              <a:buSzPts val="2800"/>
              <a:buFont typeface="Helvetica Neue"/>
              <a:buNone/>
              <a:defRPr b="1" sz="2800"/>
            </a:lvl1pPr>
            <a:lvl2pPr indent="-330200" lvl="1" marL="914400" rtl="0" algn="l">
              <a:lnSpc>
                <a:spcPct val="90000"/>
              </a:lnSpc>
              <a:spcBef>
                <a:spcPts val="3400"/>
              </a:spcBef>
              <a:spcAft>
                <a:spcPts val="0"/>
              </a:spcAft>
              <a:buClr>
                <a:srgbClr val="000000"/>
              </a:buClr>
              <a:buSzPts val="1600"/>
              <a:buChar char="•"/>
              <a:defRPr/>
            </a:lvl2pPr>
            <a:lvl3pPr indent="-330200" lvl="2" marL="1371600" rtl="0" algn="l">
              <a:lnSpc>
                <a:spcPct val="90000"/>
              </a:lnSpc>
              <a:spcBef>
                <a:spcPts val="3400"/>
              </a:spcBef>
              <a:spcAft>
                <a:spcPts val="0"/>
              </a:spcAft>
              <a:buClr>
                <a:srgbClr val="000000"/>
              </a:buClr>
              <a:buSzPts val="1600"/>
              <a:buChar char="•"/>
              <a:defRPr/>
            </a:lvl3pPr>
            <a:lvl4pPr indent="-330200" lvl="3" marL="1828800" rtl="0" algn="l">
              <a:lnSpc>
                <a:spcPct val="90000"/>
              </a:lnSpc>
              <a:spcBef>
                <a:spcPts val="3400"/>
              </a:spcBef>
              <a:spcAft>
                <a:spcPts val="0"/>
              </a:spcAft>
              <a:buClr>
                <a:srgbClr val="000000"/>
              </a:buClr>
              <a:buSzPts val="1600"/>
              <a:buChar char="•"/>
              <a:defRPr/>
            </a:lvl4pPr>
            <a:lvl5pPr indent="-330200" lvl="4" marL="2286000" rtl="0" algn="l">
              <a:lnSpc>
                <a:spcPct val="90000"/>
              </a:lnSpc>
              <a:spcBef>
                <a:spcPts val="3400"/>
              </a:spcBef>
              <a:spcAft>
                <a:spcPts val="0"/>
              </a:spcAft>
              <a:buClr>
                <a:srgbClr val="000000"/>
              </a:buClr>
              <a:buSzPts val="1600"/>
              <a:buChar char="•"/>
              <a:defRPr/>
            </a:lvl5pPr>
            <a:lvl6pPr indent="-330200" lvl="5" marL="2743200" rtl="0" algn="l">
              <a:lnSpc>
                <a:spcPct val="90000"/>
              </a:lnSpc>
              <a:spcBef>
                <a:spcPts val="3400"/>
              </a:spcBef>
              <a:spcAft>
                <a:spcPts val="0"/>
              </a:spcAft>
              <a:buClr>
                <a:srgbClr val="000000"/>
              </a:buClr>
              <a:buSzPts val="1600"/>
              <a:buChar char="•"/>
              <a:defRPr/>
            </a:lvl6pPr>
            <a:lvl7pPr indent="-330200" lvl="6" marL="3200400" rtl="0" algn="l">
              <a:lnSpc>
                <a:spcPct val="90000"/>
              </a:lnSpc>
              <a:spcBef>
                <a:spcPts val="3400"/>
              </a:spcBef>
              <a:spcAft>
                <a:spcPts val="0"/>
              </a:spcAft>
              <a:buClr>
                <a:srgbClr val="000000"/>
              </a:buClr>
              <a:buSzPts val="1600"/>
              <a:buChar char="•"/>
              <a:defRPr/>
            </a:lvl7pPr>
            <a:lvl8pPr indent="-330200" lvl="7" marL="3657600" rtl="0" algn="l">
              <a:lnSpc>
                <a:spcPct val="90000"/>
              </a:lnSpc>
              <a:spcBef>
                <a:spcPts val="3400"/>
              </a:spcBef>
              <a:spcAft>
                <a:spcPts val="0"/>
              </a:spcAft>
              <a:buClr>
                <a:srgbClr val="000000"/>
              </a:buClr>
              <a:buSzPts val="1600"/>
              <a:buChar char="•"/>
              <a:defRPr/>
            </a:lvl8pPr>
            <a:lvl9pPr indent="-330200" lvl="8" marL="4114800" rtl="0" algn="l">
              <a:lnSpc>
                <a:spcPct val="90000"/>
              </a:lnSpc>
              <a:spcBef>
                <a:spcPts val="3400"/>
              </a:spcBef>
              <a:spcAft>
                <a:spcPts val="0"/>
              </a:spcAft>
              <a:buClr>
                <a:srgbClr val="000000"/>
              </a:buClr>
              <a:buSzPts val="1600"/>
              <a:buChar char="•"/>
              <a:defRPr/>
            </a:lvl9pPr>
          </a:lstStyle>
          <a:p/>
        </p:txBody>
      </p:sp>
      <p:sp>
        <p:nvSpPr>
          <p:cNvPr id="52" name="Google Shape;52;p13"/>
          <p:cNvSpPr txBox="1"/>
          <p:nvPr>
            <p:ph type="title"/>
          </p:nvPr>
        </p:nvSpPr>
        <p:spPr>
          <a:xfrm>
            <a:off x="904872" y="1931243"/>
            <a:ext cx="16478400" cy="3486000"/>
          </a:xfrm>
          <a:prstGeom prst="rect">
            <a:avLst/>
          </a:prstGeom>
          <a:noFill/>
          <a:ln>
            <a:noFill/>
          </a:ln>
        </p:spPr>
        <p:txBody>
          <a:bodyPr anchorCtr="0" anchor="b" bIns="38100" lIns="38100" spcFirstLastPara="1" rIns="38100" wrap="square" tIns="38100">
            <a:normAutofit/>
          </a:bodyPr>
          <a:lstStyle>
            <a:lvl1pPr lvl="0" rtl="0" algn="l">
              <a:lnSpc>
                <a:spcPct val="80000"/>
              </a:lnSpc>
              <a:spcBef>
                <a:spcPts val="0"/>
              </a:spcBef>
              <a:spcAft>
                <a:spcPts val="0"/>
              </a:spcAft>
              <a:buClr>
                <a:srgbClr val="000000"/>
              </a:buClr>
              <a:buSzPts val="8800"/>
              <a:buFont typeface="Helvetica Neue"/>
              <a:buNone/>
              <a:defRPr sz="8800"/>
            </a:lvl1pPr>
            <a:lvl2pPr lvl="1" rtl="0" algn="l">
              <a:lnSpc>
                <a:spcPct val="80000"/>
              </a:lnSpc>
              <a:spcBef>
                <a:spcPts val="0"/>
              </a:spcBef>
              <a:spcAft>
                <a:spcPts val="0"/>
              </a:spcAft>
              <a:buClr>
                <a:srgbClr val="000000"/>
              </a:buClr>
              <a:buSzPts val="1400"/>
              <a:buNone/>
              <a:defRPr/>
            </a:lvl2pPr>
            <a:lvl3pPr lvl="2" rtl="0" algn="l">
              <a:lnSpc>
                <a:spcPct val="80000"/>
              </a:lnSpc>
              <a:spcBef>
                <a:spcPts val="0"/>
              </a:spcBef>
              <a:spcAft>
                <a:spcPts val="0"/>
              </a:spcAft>
              <a:buClr>
                <a:srgbClr val="000000"/>
              </a:buClr>
              <a:buSzPts val="1400"/>
              <a:buNone/>
              <a:defRPr/>
            </a:lvl3pPr>
            <a:lvl4pPr lvl="3" rtl="0" algn="l">
              <a:lnSpc>
                <a:spcPct val="80000"/>
              </a:lnSpc>
              <a:spcBef>
                <a:spcPts val="0"/>
              </a:spcBef>
              <a:spcAft>
                <a:spcPts val="0"/>
              </a:spcAft>
              <a:buClr>
                <a:srgbClr val="000000"/>
              </a:buClr>
              <a:buSzPts val="1400"/>
              <a:buNone/>
              <a:defRPr/>
            </a:lvl4pPr>
            <a:lvl5pPr lvl="4" rtl="0" algn="l">
              <a:lnSpc>
                <a:spcPct val="80000"/>
              </a:lnSpc>
              <a:spcBef>
                <a:spcPts val="0"/>
              </a:spcBef>
              <a:spcAft>
                <a:spcPts val="0"/>
              </a:spcAft>
              <a:buClr>
                <a:srgbClr val="000000"/>
              </a:buClr>
              <a:buSzPts val="1400"/>
              <a:buNone/>
              <a:defRPr/>
            </a:lvl5pPr>
            <a:lvl6pPr lvl="5" rtl="0" algn="l">
              <a:lnSpc>
                <a:spcPct val="80000"/>
              </a:lnSpc>
              <a:spcBef>
                <a:spcPts val="0"/>
              </a:spcBef>
              <a:spcAft>
                <a:spcPts val="0"/>
              </a:spcAft>
              <a:buClr>
                <a:srgbClr val="000000"/>
              </a:buClr>
              <a:buSzPts val="1400"/>
              <a:buNone/>
              <a:defRPr/>
            </a:lvl6pPr>
            <a:lvl7pPr lvl="6" rtl="0" algn="l">
              <a:lnSpc>
                <a:spcPct val="80000"/>
              </a:lnSpc>
              <a:spcBef>
                <a:spcPts val="0"/>
              </a:spcBef>
              <a:spcAft>
                <a:spcPts val="0"/>
              </a:spcAft>
              <a:buClr>
                <a:srgbClr val="000000"/>
              </a:buClr>
              <a:buSzPts val="1400"/>
              <a:buNone/>
              <a:defRPr/>
            </a:lvl7pPr>
            <a:lvl8pPr lvl="7" rtl="0" algn="l">
              <a:lnSpc>
                <a:spcPct val="80000"/>
              </a:lnSpc>
              <a:spcBef>
                <a:spcPts val="0"/>
              </a:spcBef>
              <a:spcAft>
                <a:spcPts val="0"/>
              </a:spcAft>
              <a:buClr>
                <a:srgbClr val="000000"/>
              </a:buClr>
              <a:buSzPts val="1400"/>
              <a:buNone/>
              <a:defRPr/>
            </a:lvl8pPr>
            <a:lvl9pPr lvl="8" rtl="0" algn="l">
              <a:lnSpc>
                <a:spcPct val="80000"/>
              </a:lnSpc>
              <a:spcBef>
                <a:spcPts val="0"/>
              </a:spcBef>
              <a:spcAft>
                <a:spcPts val="0"/>
              </a:spcAft>
              <a:buClr>
                <a:srgbClr val="000000"/>
              </a:buClr>
              <a:buSzPts val="1400"/>
              <a:buNone/>
              <a:defRPr/>
            </a:lvl9pPr>
          </a:lstStyle>
          <a:p/>
        </p:txBody>
      </p:sp>
      <p:sp>
        <p:nvSpPr>
          <p:cNvPr id="53" name="Google Shape;53;p13"/>
          <p:cNvSpPr txBox="1"/>
          <p:nvPr>
            <p:ph idx="2" type="body"/>
          </p:nvPr>
        </p:nvSpPr>
        <p:spPr>
          <a:xfrm>
            <a:off x="901007" y="5417393"/>
            <a:ext cx="16478400" cy="1428600"/>
          </a:xfrm>
          <a:prstGeom prst="rect">
            <a:avLst/>
          </a:prstGeom>
          <a:noFill/>
          <a:ln>
            <a:noFill/>
          </a:ln>
        </p:spPr>
        <p:txBody>
          <a:bodyPr anchorCtr="0" anchor="t" bIns="38100" lIns="38100" spcFirstLastPara="1" rIns="38100" wrap="square" tIns="38100">
            <a:normAutofit/>
          </a:bodyPr>
          <a:lstStyle>
            <a:lvl1pPr indent="-228600" lvl="0" marL="457200" rtl="0" algn="l">
              <a:lnSpc>
                <a:spcPct val="100000"/>
              </a:lnSpc>
              <a:spcBef>
                <a:spcPts val="0"/>
              </a:spcBef>
              <a:spcAft>
                <a:spcPts val="0"/>
              </a:spcAft>
              <a:buClr>
                <a:srgbClr val="000000"/>
              </a:buClr>
              <a:buSzPts val="4200"/>
              <a:buFont typeface="Helvetica Neue"/>
              <a:buNone/>
              <a:defRPr b="1" sz="4200"/>
            </a:lvl1pPr>
            <a:lvl2pPr indent="-228600" lvl="1" marL="914400" rtl="0" algn="l">
              <a:lnSpc>
                <a:spcPct val="100000"/>
              </a:lnSpc>
              <a:spcBef>
                <a:spcPts val="0"/>
              </a:spcBef>
              <a:spcAft>
                <a:spcPts val="0"/>
              </a:spcAft>
              <a:buClr>
                <a:srgbClr val="000000"/>
              </a:buClr>
              <a:buSzPts val="4200"/>
              <a:buFont typeface="Helvetica Neue"/>
              <a:buNone/>
              <a:defRPr b="1" sz="4200"/>
            </a:lvl2pPr>
            <a:lvl3pPr indent="-228600" lvl="2" marL="1371600" rtl="0" algn="l">
              <a:lnSpc>
                <a:spcPct val="100000"/>
              </a:lnSpc>
              <a:spcBef>
                <a:spcPts val="0"/>
              </a:spcBef>
              <a:spcAft>
                <a:spcPts val="0"/>
              </a:spcAft>
              <a:buClr>
                <a:srgbClr val="000000"/>
              </a:buClr>
              <a:buSzPts val="4200"/>
              <a:buFont typeface="Helvetica Neue"/>
              <a:buNone/>
              <a:defRPr b="1" sz="4200"/>
            </a:lvl3pPr>
            <a:lvl4pPr indent="-228600" lvl="3" marL="1828800" rtl="0" algn="l">
              <a:lnSpc>
                <a:spcPct val="100000"/>
              </a:lnSpc>
              <a:spcBef>
                <a:spcPts val="0"/>
              </a:spcBef>
              <a:spcAft>
                <a:spcPts val="0"/>
              </a:spcAft>
              <a:buClr>
                <a:srgbClr val="000000"/>
              </a:buClr>
              <a:buSzPts val="4200"/>
              <a:buFont typeface="Helvetica Neue"/>
              <a:buNone/>
              <a:defRPr b="1" sz="4200"/>
            </a:lvl4pPr>
            <a:lvl5pPr indent="-228600" lvl="4" marL="2286000" rtl="0" algn="l">
              <a:lnSpc>
                <a:spcPct val="100000"/>
              </a:lnSpc>
              <a:spcBef>
                <a:spcPts val="0"/>
              </a:spcBef>
              <a:spcAft>
                <a:spcPts val="0"/>
              </a:spcAft>
              <a:buClr>
                <a:srgbClr val="000000"/>
              </a:buClr>
              <a:buSzPts val="4200"/>
              <a:buFont typeface="Helvetica Neue"/>
              <a:buNone/>
              <a:defRPr b="1" sz="4200"/>
            </a:lvl5pPr>
            <a:lvl6pPr indent="-330200" lvl="5" marL="2743200" rtl="0" algn="l">
              <a:lnSpc>
                <a:spcPct val="90000"/>
              </a:lnSpc>
              <a:spcBef>
                <a:spcPts val="3400"/>
              </a:spcBef>
              <a:spcAft>
                <a:spcPts val="0"/>
              </a:spcAft>
              <a:buClr>
                <a:srgbClr val="000000"/>
              </a:buClr>
              <a:buSzPts val="1600"/>
              <a:buChar char="•"/>
              <a:defRPr/>
            </a:lvl6pPr>
            <a:lvl7pPr indent="-330200" lvl="6" marL="3200400" rtl="0" algn="l">
              <a:lnSpc>
                <a:spcPct val="90000"/>
              </a:lnSpc>
              <a:spcBef>
                <a:spcPts val="3400"/>
              </a:spcBef>
              <a:spcAft>
                <a:spcPts val="0"/>
              </a:spcAft>
              <a:buClr>
                <a:srgbClr val="000000"/>
              </a:buClr>
              <a:buSzPts val="1600"/>
              <a:buChar char="•"/>
              <a:defRPr/>
            </a:lvl7pPr>
            <a:lvl8pPr indent="-330200" lvl="7" marL="3657600" rtl="0" algn="l">
              <a:lnSpc>
                <a:spcPct val="90000"/>
              </a:lnSpc>
              <a:spcBef>
                <a:spcPts val="3400"/>
              </a:spcBef>
              <a:spcAft>
                <a:spcPts val="0"/>
              </a:spcAft>
              <a:buClr>
                <a:srgbClr val="000000"/>
              </a:buClr>
              <a:buSzPts val="1600"/>
              <a:buChar char="•"/>
              <a:defRPr/>
            </a:lvl8pPr>
            <a:lvl9pPr indent="-330200" lvl="8" marL="4114800" rtl="0" algn="l">
              <a:lnSpc>
                <a:spcPct val="90000"/>
              </a:lnSpc>
              <a:spcBef>
                <a:spcPts val="3400"/>
              </a:spcBef>
              <a:spcAft>
                <a:spcPts val="0"/>
              </a:spcAft>
              <a:buClr>
                <a:srgbClr val="000000"/>
              </a:buClr>
              <a:buSzPts val="1600"/>
              <a:buChar char="•"/>
              <a:defRPr/>
            </a:lvl9pPr>
          </a:lstStyle>
          <a:p/>
        </p:txBody>
      </p:sp>
      <p:sp>
        <p:nvSpPr>
          <p:cNvPr id="54" name="Google Shape;54;p13"/>
          <p:cNvSpPr txBox="1"/>
          <p:nvPr>
            <p:ph idx="12" type="sldNum"/>
          </p:nvPr>
        </p:nvSpPr>
        <p:spPr>
          <a:xfrm>
            <a:off x="9001124" y="9810749"/>
            <a:ext cx="276600" cy="292500"/>
          </a:xfrm>
          <a:prstGeom prst="rect">
            <a:avLst/>
          </a:prstGeom>
          <a:noFill/>
          <a:ln>
            <a:noFill/>
          </a:ln>
        </p:spPr>
        <p:txBody>
          <a:bodyPr anchorCtr="0" anchor="b" bIns="38100" lIns="38100" spcFirstLastPara="1" rIns="38100" wrap="square" tIns="38100">
            <a:spAutoFit/>
          </a:bodyPr>
          <a:lstStyle>
            <a:lvl1pPr indent="0" lvl="0"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a 1">
  <p:cSld name="Capa_1">
    <p:spTree>
      <p:nvGrpSpPr>
        <p:cNvPr id="55" name="Shape 55"/>
        <p:cNvGrpSpPr/>
        <p:nvPr/>
      </p:nvGrpSpPr>
      <p:grpSpPr>
        <a:xfrm>
          <a:off x="0" y="0"/>
          <a:ext cx="0" cy="0"/>
          <a:chOff x="0" y="0"/>
          <a:chExt cx="0" cy="0"/>
        </a:xfrm>
      </p:grpSpPr>
      <p:pic>
        <p:nvPicPr>
          <p:cNvPr id="56" name="Google Shape;56;p14"/>
          <p:cNvPicPr preferRelativeResize="0"/>
          <p:nvPr/>
        </p:nvPicPr>
        <p:blipFill rotWithShape="1">
          <a:blip r:embed="rId2">
            <a:alphaModFix/>
          </a:blip>
          <a:srcRect b="89583" l="27970" r="54452" t="0"/>
          <a:stretch/>
        </p:blipFill>
        <p:spPr>
          <a:xfrm>
            <a:off x="928688" y="57150"/>
            <a:ext cx="3214685" cy="1071560"/>
          </a:xfrm>
          <a:prstGeom prst="rect">
            <a:avLst/>
          </a:prstGeom>
          <a:noFill/>
          <a:ln>
            <a:noFill/>
          </a:ln>
        </p:spPr>
      </p:pic>
      <p:sp>
        <p:nvSpPr>
          <p:cNvPr id="57" name="Google Shape;57;p14"/>
          <p:cNvSpPr txBox="1"/>
          <p:nvPr/>
        </p:nvSpPr>
        <p:spPr>
          <a:xfrm>
            <a:off x="1326697" y="245588"/>
            <a:ext cx="3814800" cy="292500"/>
          </a:xfrm>
          <a:prstGeom prst="rect">
            <a:avLst/>
          </a:prstGeom>
          <a:noFill/>
          <a:ln>
            <a:noFill/>
          </a:ln>
        </p:spPr>
        <p:txBody>
          <a:bodyPr anchorCtr="0" anchor="t" bIns="68550" lIns="137150" spcFirstLastPara="1" rIns="137150" wrap="square" tIns="68550">
            <a:spAutoFit/>
          </a:bodyPr>
          <a:lstStyle/>
          <a:p>
            <a:pPr indent="0" lvl="0" marL="0" marR="0" rtl="0" algn="l">
              <a:lnSpc>
                <a:spcPct val="100000"/>
              </a:lnSpc>
              <a:spcBef>
                <a:spcPts val="0"/>
              </a:spcBef>
              <a:spcAft>
                <a:spcPts val="0"/>
              </a:spcAft>
              <a:buClr>
                <a:schemeClr val="dk1"/>
              </a:buClr>
              <a:buSzPts val="1600"/>
              <a:buFont typeface="Arial"/>
              <a:buNone/>
            </a:pPr>
            <a:r>
              <a:rPr b="1" lang="pt-BR" sz="1000">
                <a:solidFill>
                  <a:srgbClr val="434343"/>
                </a:solidFill>
              </a:rPr>
              <a:t>Business Driven Agency | 2023</a:t>
            </a:r>
            <a:endParaRPr b="1" sz="1000">
              <a:solidFill>
                <a:srgbClr val="434343"/>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p:cSld name="Título">
    <p:spTree>
      <p:nvGrpSpPr>
        <p:cNvPr id="58" name="Shape 58"/>
        <p:cNvGrpSpPr/>
        <p:nvPr/>
      </p:nvGrpSpPr>
      <p:grpSpPr>
        <a:xfrm>
          <a:off x="0" y="0"/>
          <a:ext cx="0" cy="0"/>
          <a:chOff x="0" y="0"/>
          <a:chExt cx="0" cy="0"/>
        </a:xfrm>
      </p:grpSpPr>
      <p:pic>
        <p:nvPicPr>
          <p:cNvPr id="59" name="Google Shape;59;p15"/>
          <p:cNvPicPr preferRelativeResize="0"/>
          <p:nvPr/>
        </p:nvPicPr>
        <p:blipFill>
          <a:blip r:embed="rId2">
            <a:alphaModFix/>
          </a:blip>
          <a:stretch>
            <a:fillRect/>
          </a:stretch>
        </p:blipFill>
        <p:spPr>
          <a:xfrm>
            <a:off x="0" y="0"/>
            <a:ext cx="18288000" cy="102870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_1">
    <p:spTree>
      <p:nvGrpSpPr>
        <p:cNvPr id="60" name="Shape 60"/>
        <p:cNvGrpSpPr/>
        <p:nvPr/>
      </p:nvGrpSpPr>
      <p:grpSpPr>
        <a:xfrm>
          <a:off x="0" y="0"/>
          <a:ext cx="0" cy="0"/>
          <a:chOff x="0" y="0"/>
          <a:chExt cx="0" cy="0"/>
        </a:xfrm>
      </p:grpSpPr>
      <p:pic>
        <p:nvPicPr>
          <p:cNvPr id="61" name="Google Shape;61;p16"/>
          <p:cNvPicPr preferRelativeResize="0"/>
          <p:nvPr/>
        </p:nvPicPr>
        <p:blipFill>
          <a:blip r:embed="rId2">
            <a:alphaModFix/>
          </a:blip>
          <a:stretch>
            <a:fillRect/>
          </a:stretch>
        </p:blipFill>
        <p:spPr>
          <a:xfrm>
            <a:off x="0" y="0"/>
            <a:ext cx="18288000" cy="102870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ITLE_2">
    <p:spTree>
      <p:nvGrpSpPr>
        <p:cNvPr id="62" name="Shape 62"/>
        <p:cNvGrpSpPr/>
        <p:nvPr/>
      </p:nvGrpSpPr>
      <p:grpSpPr>
        <a:xfrm>
          <a:off x="0" y="0"/>
          <a:ext cx="0" cy="0"/>
          <a:chOff x="0" y="0"/>
          <a:chExt cx="0" cy="0"/>
        </a:xfrm>
      </p:grpSpPr>
      <p:sp>
        <p:nvSpPr>
          <p:cNvPr id="63" name="Google Shape;63;p17"/>
          <p:cNvSpPr txBox="1"/>
          <p:nvPr>
            <p:ph idx="1" type="body"/>
          </p:nvPr>
        </p:nvSpPr>
        <p:spPr>
          <a:xfrm>
            <a:off x="901005" y="8894897"/>
            <a:ext cx="16478400" cy="477600"/>
          </a:xfrm>
          <a:prstGeom prst="rect">
            <a:avLst/>
          </a:prstGeom>
          <a:noFill/>
          <a:ln>
            <a:noFill/>
          </a:ln>
        </p:spPr>
        <p:txBody>
          <a:bodyPr anchorCtr="0" anchor="t" bIns="34275" lIns="34275" spcFirstLastPara="1" rIns="34275" wrap="square" tIns="34275">
            <a:normAutofit/>
          </a:bodyPr>
          <a:lstStyle>
            <a:lvl1pPr indent="-228600" lvl="0" marL="457200" rtl="0" algn="l">
              <a:lnSpc>
                <a:spcPct val="100000"/>
              </a:lnSpc>
              <a:spcBef>
                <a:spcPts val="0"/>
              </a:spcBef>
              <a:spcAft>
                <a:spcPts val="0"/>
              </a:spcAft>
              <a:buClr>
                <a:srgbClr val="000000"/>
              </a:buClr>
              <a:buSzPts val="2700"/>
              <a:buFont typeface="Helvetica Neue"/>
              <a:buNone/>
              <a:defRPr b="1" sz="2700"/>
            </a:lvl1pPr>
            <a:lvl2pPr indent="-336550" lvl="1" marL="914400" rtl="0" algn="l">
              <a:lnSpc>
                <a:spcPct val="90000"/>
              </a:lnSpc>
              <a:spcBef>
                <a:spcPts val="3400"/>
              </a:spcBef>
              <a:spcAft>
                <a:spcPts val="0"/>
              </a:spcAft>
              <a:buClr>
                <a:srgbClr val="000000"/>
              </a:buClr>
              <a:buSzPts val="1700"/>
              <a:buChar char="•"/>
              <a:defRPr/>
            </a:lvl2pPr>
            <a:lvl3pPr indent="-336550" lvl="2" marL="1371600" rtl="0" algn="l">
              <a:lnSpc>
                <a:spcPct val="90000"/>
              </a:lnSpc>
              <a:spcBef>
                <a:spcPts val="3400"/>
              </a:spcBef>
              <a:spcAft>
                <a:spcPts val="0"/>
              </a:spcAft>
              <a:buClr>
                <a:srgbClr val="000000"/>
              </a:buClr>
              <a:buSzPts val="1700"/>
              <a:buChar char="•"/>
              <a:defRPr/>
            </a:lvl3pPr>
            <a:lvl4pPr indent="-336550" lvl="3" marL="1828800" rtl="0" algn="l">
              <a:lnSpc>
                <a:spcPct val="90000"/>
              </a:lnSpc>
              <a:spcBef>
                <a:spcPts val="3400"/>
              </a:spcBef>
              <a:spcAft>
                <a:spcPts val="0"/>
              </a:spcAft>
              <a:buClr>
                <a:srgbClr val="000000"/>
              </a:buClr>
              <a:buSzPts val="1700"/>
              <a:buChar char="•"/>
              <a:defRPr/>
            </a:lvl4pPr>
            <a:lvl5pPr indent="-336550" lvl="4" marL="2286000" rtl="0" algn="l">
              <a:lnSpc>
                <a:spcPct val="90000"/>
              </a:lnSpc>
              <a:spcBef>
                <a:spcPts val="3400"/>
              </a:spcBef>
              <a:spcAft>
                <a:spcPts val="0"/>
              </a:spcAft>
              <a:buClr>
                <a:srgbClr val="000000"/>
              </a:buClr>
              <a:buSzPts val="1700"/>
              <a:buChar char="•"/>
              <a:defRPr/>
            </a:lvl5pPr>
            <a:lvl6pPr indent="-336550" lvl="5" marL="2743200" rtl="0" algn="l">
              <a:lnSpc>
                <a:spcPct val="90000"/>
              </a:lnSpc>
              <a:spcBef>
                <a:spcPts val="3400"/>
              </a:spcBef>
              <a:spcAft>
                <a:spcPts val="0"/>
              </a:spcAft>
              <a:buClr>
                <a:srgbClr val="000000"/>
              </a:buClr>
              <a:buSzPts val="1700"/>
              <a:buChar char="•"/>
              <a:defRPr/>
            </a:lvl6pPr>
            <a:lvl7pPr indent="-336550" lvl="6" marL="3200400" rtl="0" algn="l">
              <a:lnSpc>
                <a:spcPct val="90000"/>
              </a:lnSpc>
              <a:spcBef>
                <a:spcPts val="3400"/>
              </a:spcBef>
              <a:spcAft>
                <a:spcPts val="0"/>
              </a:spcAft>
              <a:buClr>
                <a:srgbClr val="000000"/>
              </a:buClr>
              <a:buSzPts val="1700"/>
              <a:buChar char="•"/>
              <a:defRPr/>
            </a:lvl7pPr>
            <a:lvl8pPr indent="-336550" lvl="7" marL="3657600" rtl="0" algn="l">
              <a:lnSpc>
                <a:spcPct val="90000"/>
              </a:lnSpc>
              <a:spcBef>
                <a:spcPts val="3400"/>
              </a:spcBef>
              <a:spcAft>
                <a:spcPts val="0"/>
              </a:spcAft>
              <a:buClr>
                <a:srgbClr val="000000"/>
              </a:buClr>
              <a:buSzPts val="1700"/>
              <a:buChar char="•"/>
              <a:defRPr/>
            </a:lvl8pPr>
            <a:lvl9pPr indent="-336550" lvl="8" marL="4114800" rtl="0" algn="l">
              <a:lnSpc>
                <a:spcPct val="90000"/>
              </a:lnSpc>
              <a:spcBef>
                <a:spcPts val="3400"/>
              </a:spcBef>
              <a:spcAft>
                <a:spcPts val="0"/>
              </a:spcAft>
              <a:buClr>
                <a:srgbClr val="000000"/>
              </a:buClr>
              <a:buSzPts val="1700"/>
              <a:buChar char="•"/>
              <a:defRPr/>
            </a:lvl9pPr>
          </a:lstStyle>
          <a:p/>
        </p:txBody>
      </p:sp>
      <p:sp>
        <p:nvSpPr>
          <p:cNvPr id="64" name="Google Shape;64;p17"/>
          <p:cNvSpPr txBox="1"/>
          <p:nvPr>
            <p:ph type="title"/>
          </p:nvPr>
        </p:nvSpPr>
        <p:spPr>
          <a:xfrm>
            <a:off x="904872" y="1931243"/>
            <a:ext cx="16478400" cy="3486300"/>
          </a:xfrm>
          <a:prstGeom prst="rect">
            <a:avLst/>
          </a:prstGeom>
          <a:noFill/>
          <a:ln>
            <a:noFill/>
          </a:ln>
        </p:spPr>
        <p:txBody>
          <a:bodyPr anchorCtr="0" anchor="b" bIns="38100" lIns="38100" spcFirstLastPara="1" rIns="38100" wrap="square" tIns="38100">
            <a:normAutofit/>
          </a:bodyPr>
          <a:lstStyle>
            <a:lvl1pPr lvl="0" rtl="0" algn="l">
              <a:lnSpc>
                <a:spcPct val="80000"/>
              </a:lnSpc>
              <a:spcBef>
                <a:spcPts val="0"/>
              </a:spcBef>
              <a:spcAft>
                <a:spcPts val="0"/>
              </a:spcAft>
              <a:buClr>
                <a:srgbClr val="000000"/>
              </a:buClr>
              <a:buSzPts val="8700"/>
              <a:buFont typeface="Helvetica Neue"/>
              <a:buNone/>
              <a:defRPr sz="8700"/>
            </a:lvl1pPr>
            <a:lvl2pPr lvl="1" rtl="0" algn="l">
              <a:lnSpc>
                <a:spcPct val="80000"/>
              </a:lnSpc>
              <a:spcBef>
                <a:spcPts val="0"/>
              </a:spcBef>
              <a:spcAft>
                <a:spcPts val="0"/>
              </a:spcAft>
              <a:buClr>
                <a:srgbClr val="000000"/>
              </a:buClr>
              <a:buSzPts val="1400"/>
              <a:buNone/>
              <a:defRPr/>
            </a:lvl2pPr>
            <a:lvl3pPr lvl="2" rtl="0" algn="l">
              <a:lnSpc>
                <a:spcPct val="80000"/>
              </a:lnSpc>
              <a:spcBef>
                <a:spcPts val="0"/>
              </a:spcBef>
              <a:spcAft>
                <a:spcPts val="0"/>
              </a:spcAft>
              <a:buClr>
                <a:srgbClr val="000000"/>
              </a:buClr>
              <a:buSzPts val="1400"/>
              <a:buNone/>
              <a:defRPr/>
            </a:lvl3pPr>
            <a:lvl4pPr lvl="3" rtl="0" algn="l">
              <a:lnSpc>
                <a:spcPct val="80000"/>
              </a:lnSpc>
              <a:spcBef>
                <a:spcPts val="0"/>
              </a:spcBef>
              <a:spcAft>
                <a:spcPts val="0"/>
              </a:spcAft>
              <a:buClr>
                <a:srgbClr val="000000"/>
              </a:buClr>
              <a:buSzPts val="1400"/>
              <a:buNone/>
              <a:defRPr/>
            </a:lvl4pPr>
            <a:lvl5pPr lvl="4" rtl="0" algn="l">
              <a:lnSpc>
                <a:spcPct val="80000"/>
              </a:lnSpc>
              <a:spcBef>
                <a:spcPts val="0"/>
              </a:spcBef>
              <a:spcAft>
                <a:spcPts val="0"/>
              </a:spcAft>
              <a:buClr>
                <a:srgbClr val="000000"/>
              </a:buClr>
              <a:buSzPts val="1400"/>
              <a:buNone/>
              <a:defRPr/>
            </a:lvl5pPr>
            <a:lvl6pPr lvl="5" rtl="0" algn="l">
              <a:lnSpc>
                <a:spcPct val="80000"/>
              </a:lnSpc>
              <a:spcBef>
                <a:spcPts val="0"/>
              </a:spcBef>
              <a:spcAft>
                <a:spcPts val="0"/>
              </a:spcAft>
              <a:buClr>
                <a:srgbClr val="000000"/>
              </a:buClr>
              <a:buSzPts val="1400"/>
              <a:buNone/>
              <a:defRPr/>
            </a:lvl6pPr>
            <a:lvl7pPr lvl="6" rtl="0" algn="l">
              <a:lnSpc>
                <a:spcPct val="80000"/>
              </a:lnSpc>
              <a:spcBef>
                <a:spcPts val="0"/>
              </a:spcBef>
              <a:spcAft>
                <a:spcPts val="0"/>
              </a:spcAft>
              <a:buClr>
                <a:srgbClr val="000000"/>
              </a:buClr>
              <a:buSzPts val="1400"/>
              <a:buNone/>
              <a:defRPr/>
            </a:lvl7pPr>
            <a:lvl8pPr lvl="7" rtl="0" algn="l">
              <a:lnSpc>
                <a:spcPct val="80000"/>
              </a:lnSpc>
              <a:spcBef>
                <a:spcPts val="0"/>
              </a:spcBef>
              <a:spcAft>
                <a:spcPts val="0"/>
              </a:spcAft>
              <a:buClr>
                <a:srgbClr val="000000"/>
              </a:buClr>
              <a:buSzPts val="1400"/>
              <a:buNone/>
              <a:defRPr/>
            </a:lvl8pPr>
            <a:lvl9pPr lvl="8" rtl="0" algn="l">
              <a:lnSpc>
                <a:spcPct val="80000"/>
              </a:lnSpc>
              <a:spcBef>
                <a:spcPts val="0"/>
              </a:spcBef>
              <a:spcAft>
                <a:spcPts val="0"/>
              </a:spcAft>
              <a:buClr>
                <a:srgbClr val="000000"/>
              </a:buClr>
              <a:buSzPts val="1400"/>
              <a:buNone/>
              <a:defRPr/>
            </a:lvl9pPr>
          </a:lstStyle>
          <a:p/>
        </p:txBody>
      </p:sp>
      <p:sp>
        <p:nvSpPr>
          <p:cNvPr id="65" name="Google Shape;65;p17"/>
          <p:cNvSpPr txBox="1"/>
          <p:nvPr>
            <p:ph idx="2" type="body"/>
          </p:nvPr>
        </p:nvSpPr>
        <p:spPr>
          <a:xfrm>
            <a:off x="901007" y="5417393"/>
            <a:ext cx="16478400" cy="1428900"/>
          </a:xfrm>
          <a:prstGeom prst="rect">
            <a:avLst/>
          </a:prstGeom>
          <a:noFill/>
          <a:ln>
            <a:noFill/>
          </a:ln>
        </p:spPr>
        <p:txBody>
          <a:bodyPr anchorCtr="0" anchor="t" bIns="38100" lIns="38100" spcFirstLastPara="1" rIns="38100" wrap="square" tIns="38100">
            <a:normAutofit/>
          </a:bodyPr>
          <a:lstStyle>
            <a:lvl1pPr indent="-228600" lvl="0" marL="457200" rtl="0" algn="l">
              <a:lnSpc>
                <a:spcPct val="100000"/>
              </a:lnSpc>
              <a:spcBef>
                <a:spcPts val="0"/>
              </a:spcBef>
              <a:spcAft>
                <a:spcPts val="0"/>
              </a:spcAft>
              <a:buClr>
                <a:srgbClr val="000000"/>
              </a:buClr>
              <a:buSzPts val="4100"/>
              <a:buFont typeface="Helvetica Neue"/>
              <a:buNone/>
              <a:defRPr b="1" sz="4100"/>
            </a:lvl1pPr>
            <a:lvl2pPr indent="-228600" lvl="1" marL="914400" rtl="0" algn="l">
              <a:lnSpc>
                <a:spcPct val="100000"/>
              </a:lnSpc>
              <a:spcBef>
                <a:spcPts val="0"/>
              </a:spcBef>
              <a:spcAft>
                <a:spcPts val="0"/>
              </a:spcAft>
              <a:buClr>
                <a:srgbClr val="000000"/>
              </a:buClr>
              <a:buSzPts val="4100"/>
              <a:buFont typeface="Helvetica Neue"/>
              <a:buNone/>
              <a:defRPr b="1" sz="4100"/>
            </a:lvl2pPr>
            <a:lvl3pPr indent="-228600" lvl="2" marL="1371600" rtl="0" algn="l">
              <a:lnSpc>
                <a:spcPct val="100000"/>
              </a:lnSpc>
              <a:spcBef>
                <a:spcPts val="0"/>
              </a:spcBef>
              <a:spcAft>
                <a:spcPts val="0"/>
              </a:spcAft>
              <a:buClr>
                <a:srgbClr val="000000"/>
              </a:buClr>
              <a:buSzPts val="4100"/>
              <a:buFont typeface="Helvetica Neue"/>
              <a:buNone/>
              <a:defRPr b="1" sz="4100"/>
            </a:lvl3pPr>
            <a:lvl4pPr indent="-228600" lvl="3" marL="1828800" rtl="0" algn="l">
              <a:lnSpc>
                <a:spcPct val="100000"/>
              </a:lnSpc>
              <a:spcBef>
                <a:spcPts val="0"/>
              </a:spcBef>
              <a:spcAft>
                <a:spcPts val="0"/>
              </a:spcAft>
              <a:buClr>
                <a:srgbClr val="000000"/>
              </a:buClr>
              <a:buSzPts val="4100"/>
              <a:buFont typeface="Helvetica Neue"/>
              <a:buNone/>
              <a:defRPr b="1" sz="4100"/>
            </a:lvl4pPr>
            <a:lvl5pPr indent="-228600" lvl="4" marL="2286000" rtl="0" algn="l">
              <a:lnSpc>
                <a:spcPct val="100000"/>
              </a:lnSpc>
              <a:spcBef>
                <a:spcPts val="0"/>
              </a:spcBef>
              <a:spcAft>
                <a:spcPts val="0"/>
              </a:spcAft>
              <a:buClr>
                <a:srgbClr val="000000"/>
              </a:buClr>
              <a:buSzPts val="4100"/>
              <a:buFont typeface="Helvetica Neue"/>
              <a:buNone/>
              <a:defRPr b="1" sz="4100"/>
            </a:lvl5pPr>
            <a:lvl6pPr indent="-336550" lvl="5" marL="2743200" rtl="0" algn="l">
              <a:lnSpc>
                <a:spcPct val="90000"/>
              </a:lnSpc>
              <a:spcBef>
                <a:spcPts val="3400"/>
              </a:spcBef>
              <a:spcAft>
                <a:spcPts val="0"/>
              </a:spcAft>
              <a:buClr>
                <a:srgbClr val="000000"/>
              </a:buClr>
              <a:buSzPts val="1700"/>
              <a:buChar char="•"/>
              <a:defRPr/>
            </a:lvl6pPr>
            <a:lvl7pPr indent="-336550" lvl="6" marL="3200400" rtl="0" algn="l">
              <a:lnSpc>
                <a:spcPct val="90000"/>
              </a:lnSpc>
              <a:spcBef>
                <a:spcPts val="3400"/>
              </a:spcBef>
              <a:spcAft>
                <a:spcPts val="0"/>
              </a:spcAft>
              <a:buClr>
                <a:srgbClr val="000000"/>
              </a:buClr>
              <a:buSzPts val="1700"/>
              <a:buChar char="•"/>
              <a:defRPr/>
            </a:lvl7pPr>
            <a:lvl8pPr indent="-336550" lvl="7" marL="3657600" rtl="0" algn="l">
              <a:lnSpc>
                <a:spcPct val="90000"/>
              </a:lnSpc>
              <a:spcBef>
                <a:spcPts val="3400"/>
              </a:spcBef>
              <a:spcAft>
                <a:spcPts val="0"/>
              </a:spcAft>
              <a:buClr>
                <a:srgbClr val="000000"/>
              </a:buClr>
              <a:buSzPts val="1700"/>
              <a:buChar char="•"/>
              <a:defRPr/>
            </a:lvl8pPr>
            <a:lvl9pPr indent="-336550" lvl="8" marL="4114800" rtl="0" algn="l">
              <a:lnSpc>
                <a:spcPct val="90000"/>
              </a:lnSpc>
              <a:spcBef>
                <a:spcPts val="3400"/>
              </a:spcBef>
              <a:spcAft>
                <a:spcPts val="0"/>
              </a:spcAft>
              <a:buClr>
                <a:srgbClr val="000000"/>
              </a:buClr>
              <a:buSzPts val="1700"/>
              <a:buChar char="•"/>
              <a:defRPr/>
            </a:lvl9pPr>
          </a:lstStyle>
          <a:p/>
        </p:txBody>
      </p:sp>
      <p:sp>
        <p:nvSpPr>
          <p:cNvPr id="66" name="Google Shape;66;p17"/>
          <p:cNvSpPr txBox="1"/>
          <p:nvPr>
            <p:ph idx="12" type="sldNum"/>
          </p:nvPr>
        </p:nvSpPr>
        <p:spPr>
          <a:xfrm>
            <a:off x="9001124" y="9810749"/>
            <a:ext cx="276300" cy="292500"/>
          </a:xfrm>
          <a:prstGeom prst="rect">
            <a:avLst/>
          </a:prstGeom>
          <a:noFill/>
          <a:ln>
            <a:noFill/>
          </a:ln>
        </p:spPr>
        <p:txBody>
          <a:bodyPr anchorCtr="0" anchor="b" bIns="38100" lIns="38100" spcFirstLastPara="1" rIns="38100" wrap="square" tIns="38100">
            <a:spAutoFit/>
          </a:bodyPr>
          <a:lstStyle>
            <a:lvl1pPr indent="0" lvl="0"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4">
  <p:cSld name="TITLE_3">
    <p:spTree>
      <p:nvGrpSpPr>
        <p:cNvPr id="67" name="Shape 67"/>
        <p:cNvGrpSpPr/>
        <p:nvPr/>
      </p:nvGrpSpPr>
      <p:grpSpPr>
        <a:xfrm>
          <a:off x="0" y="0"/>
          <a:ext cx="0" cy="0"/>
          <a:chOff x="0" y="0"/>
          <a:chExt cx="0" cy="0"/>
        </a:xfrm>
      </p:grpSpPr>
      <p:sp>
        <p:nvSpPr>
          <p:cNvPr id="68" name="Google Shape;68;p18"/>
          <p:cNvSpPr txBox="1"/>
          <p:nvPr>
            <p:ph idx="1" type="body"/>
          </p:nvPr>
        </p:nvSpPr>
        <p:spPr>
          <a:xfrm>
            <a:off x="901005" y="8894897"/>
            <a:ext cx="16478400" cy="477600"/>
          </a:xfrm>
          <a:prstGeom prst="rect">
            <a:avLst/>
          </a:prstGeom>
          <a:noFill/>
          <a:ln>
            <a:noFill/>
          </a:ln>
        </p:spPr>
        <p:txBody>
          <a:bodyPr anchorCtr="0" anchor="t" bIns="34275" lIns="34275" spcFirstLastPara="1" rIns="34275" wrap="square" tIns="34275">
            <a:normAutofit/>
          </a:bodyPr>
          <a:lstStyle>
            <a:lvl1pPr indent="-228600" lvl="0" marL="457200" rtl="0" algn="l">
              <a:lnSpc>
                <a:spcPct val="100000"/>
              </a:lnSpc>
              <a:spcBef>
                <a:spcPts val="0"/>
              </a:spcBef>
              <a:spcAft>
                <a:spcPts val="0"/>
              </a:spcAft>
              <a:buClr>
                <a:srgbClr val="000000"/>
              </a:buClr>
              <a:buSzPts val="2700"/>
              <a:buFont typeface="Helvetica Neue"/>
              <a:buNone/>
              <a:defRPr b="1" sz="2700"/>
            </a:lvl1pPr>
            <a:lvl2pPr indent="-336550" lvl="1" marL="914400" rtl="0" algn="l">
              <a:lnSpc>
                <a:spcPct val="90000"/>
              </a:lnSpc>
              <a:spcBef>
                <a:spcPts val="3400"/>
              </a:spcBef>
              <a:spcAft>
                <a:spcPts val="0"/>
              </a:spcAft>
              <a:buClr>
                <a:srgbClr val="000000"/>
              </a:buClr>
              <a:buSzPts val="1700"/>
              <a:buChar char="•"/>
              <a:defRPr/>
            </a:lvl2pPr>
            <a:lvl3pPr indent="-336550" lvl="2" marL="1371600" rtl="0" algn="l">
              <a:lnSpc>
                <a:spcPct val="90000"/>
              </a:lnSpc>
              <a:spcBef>
                <a:spcPts val="3400"/>
              </a:spcBef>
              <a:spcAft>
                <a:spcPts val="0"/>
              </a:spcAft>
              <a:buClr>
                <a:srgbClr val="000000"/>
              </a:buClr>
              <a:buSzPts val="1700"/>
              <a:buChar char="•"/>
              <a:defRPr/>
            </a:lvl3pPr>
            <a:lvl4pPr indent="-336550" lvl="3" marL="1828800" rtl="0" algn="l">
              <a:lnSpc>
                <a:spcPct val="90000"/>
              </a:lnSpc>
              <a:spcBef>
                <a:spcPts val="3400"/>
              </a:spcBef>
              <a:spcAft>
                <a:spcPts val="0"/>
              </a:spcAft>
              <a:buClr>
                <a:srgbClr val="000000"/>
              </a:buClr>
              <a:buSzPts val="1700"/>
              <a:buChar char="•"/>
              <a:defRPr/>
            </a:lvl4pPr>
            <a:lvl5pPr indent="-336550" lvl="4" marL="2286000" rtl="0" algn="l">
              <a:lnSpc>
                <a:spcPct val="90000"/>
              </a:lnSpc>
              <a:spcBef>
                <a:spcPts val="3400"/>
              </a:spcBef>
              <a:spcAft>
                <a:spcPts val="0"/>
              </a:spcAft>
              <a:buClr>
                <a:srgbClr val="000000"/>
              </a:buClr>
              <a:buSzPts val="1700"/>
              <a:buChar char="•"/>
              <a:defRPr/>
            </a:lvl5pPr>
            <a:lvl6pPr indent="-336550" lvl="5" marL="2743200" rtl="0" algn="l">
              <a:lnSpc>
                <a:spcPct val="90000"/>
              </a:lnSpc>
              <a:spcBef>
                <a:spcPts val="3400"/>
              </a:spcBef>
              <a:spcAft>
                <a:spcPts val="0"/>
              </a:spcAft>
              <a:buClr>
                <a:srgbClr val="000000"/>
              </a:buClr>
              <a:buSzPts val="1700"/>
              <a:buChar char="•"/>
              <a:defRPr/>
            </a:lvl6pPr>
            <a:lvl7pPr indent="-336550" lvl="6" marL="3200400" rtl="0" algn="l">
              <a:lnSpc>
                <a:spcPct val="90000"/>
              </a:lnSpc>
              <a:spcBef>
                <a:spcPts val="3400"/>
              </a:spcBef>
              <a:spcAft>
                <a:spcPts val="0"/>
              </a:spcAft>
              <a:buClr>
                <a:srgbClr val="000000"/>
              </a:buClr>
              <a:buSzPts val="1700"/>
              <a:buChar char="•"/>
              <a:defRPr/>
            </a:lvl7pPr>
            <a:lvl8pPr indent="-336550" lvl="7" marL="3657600" rtl="0" algn="l">
              <a:lnSpc>
                <a:spcPct val="90000"/>
              </a:lnSpc>
              <a:spcBef>
                <a:spcPts val="3400"/>
              </a:spcBef>
              <a:spcAft>
                <a:spcPts val="0"/>
              </a:spcAft>
              <a:buClr>
                <a:srgbClr val="000000"/>
              </a:buClr>
              <a:buSzPts val="1700"/>
              <a:buChar char="•"/>
              <a:defRPr/>
            </a:lvl8pPr>
            <a:lvl9pPr indent="-336550" lvl="8" marL="4114800" rtl="0" algn="l">
              <a:lnSpc>
                <a:spcPct val="90000"/>
              </a:lnSpc>
              <a:spcBef>
                <a:spcPts val="3400"/>
              </a:spcBef>
              <a:spcAft>
                <a:spcPts val="0"/>
              </a:spcAft>
              <a:buClr>
                <a:srgbClr val="000000"/>
              </a:buClr>
              <a:buSzPts val="1700"/>
              <a:buChar char="•"/>
              <a:defRPr/>
            </a:lvl9pPr>
          </a:lstStyle>
          <a:p/>
        </p:txBody>
      </p:sp>
      <p:sp>
        <p:nvSpPr>
          <p:cNvPr id="69" name="Google Shape;69;p18"/>
          <p:cNvSpPr txBox="1"/>
          <p:nvPr>
            <p:ph type="title"/>
          </p:nvPr>
        </p:nvSpPr>
        <p:spPr>
          <a:xfrm>
            <a:off x="904872" y="1931243"/>
            <a:ext cx="16478400" cy="3486300"/>
          </a:xfrm>
          <a:prstGeom prst="rect">
            <a:avLst/>
          </a:prstGeom>
          <a:noFill/>
          <a:ln>
            <a:noFill/>
          </a:ln>
        </p:spPr>
        <p:txBody>
          <a:bodyPr anchorCtr="0" anchor="b" bIns="38100" lIns="38100" spcFirstLastPara="1" rIns="38100" wrap="square" tIns="38100">
            <a:normAutofit/>
          </a:bodyPr>
          <a:lstStyle>
            <a:lvl1pPr lvl="0" rtl="0" algn="l">
              <a:lnSpc>
                <a:spcPct val="80000"/>
              </a:lnSpc>
              <a:spcBef>
                <a:spcPts val="0"/>
              </a:spcBef>
              <a:spcAft>
                <a:spcPts val="0"/>
              </a:spcAft>
              <a:buClr>
                <a:srgbClr val="000000"/>
              </a:buClr>
              <a:buSzPts val="8700"/>
              <a:buFont typeface="Helvetica Neue"/>
              <a:buNone/>
              <a:defRPr sz="8700"/>
            </a:lvl1pPr>
            <a:lvl2pPr lvl="1" rtl="0" algn="l">
              <a:lnSpc>
                <a:spcPct val="80000"/>
              </a:lnSpc>
              <a:spcBef>
                <a:spcPts val="0"/>
              </a:spcBef>
              <a:spcAft>
                <a:spcPts val="0"/>
              </a:spcAft>
              <a:buClr>
                <a:srgbClr val="000000"/>
              </a:buClr>
              <a:buSzPts val="1400"/>
              <a:buNone/>
              <a:defRPr/>
            </a:lvl2pPr>
            <a:lvl3pPr lvl="2" rtl="0" algn="l">
              <a:lnSpc>
                <a:spcPct val="80000"/>
              </a:lnSpc>
              <a:spcBef>
                <a:spcPts val="0"/>
              </a:spcBef>
              <a:spcAft>
                <a:spcPts val="0"/>
              </a:spcAft>
              <a:buClr>
                <a:srgbClr val="000000"/>
              </a:buClr>
              <a:buSzPts val="1400"/>
              <a:buNone/>
              <a:defRPr/>
            </a:lvl3pPr>
            <a:lvl4pPr lvl="3" rtl="0" algn="l">
              <a:lnSpc>
                <a:spcPct val="80000"/>
              </a:lnSpc>
              <a:spcBef>
                <a:spcPts val="0"/>
              </a:spcBef>
              <a:spcAft>
                <a:spcPts val="0"/>
              </a:spcAft>
              <a:buClr>
                <a:srgbClr val="000000"/>
              </a:buClr>
              <a:buSzPts val="1400"/>
              <a:buNone/>
              <a:defRPr/>
            </a:lvl4pPr>
            <a:lvl5pPr lvl="4" rtl="0" algn="l">
              <a:lnSpc>
                <a:spcPct val="80000"/>
              </a:lnSpc>
              <a:spcBef>
                <a:spcPts val="0"/>
              </a:spcBef>
              <a:spcAft>
                <a:spcPts val="0"/>
              </a:spcAft>
              <a:buClr>
                <a:srgbClr val="000000"/>
              </a:buClr>
              <a:buSzPts val="1400"/>
              <a:buNone/>
              <a:defRPr/>
            </a:lvl5pPr>
            <a:lvl6pPr lvl="5" rtl="0" algn="l">
              <a:lnSpc>
                <a:spcPct val="80000"/>
              </a:lnSpc>
              <a:spcBef>
                <a:spcPts val="0"/>
              </a:spcBef>
              <a:spcAft>
                <a:spcPts val="0"/>
              </a:spcAft>
              <a:buClr>
                <a:srgbClr val="000000"/>
              </a:buClr>
              <a:buSzPts val="1400"/>
              <a:buNone/>
              <a:defRPr/>
            </a:lvl6pPr>
            <a:lvl7pPr lvl="6" rtl="0" algn="l">
              <a:lnSpc>
                <a:spcPct val="80000"/>
              </a:lnSpc>
              <a:spcBef>
                <a:spcPts val="0"/>
              </a:spcBef>
              <a:spcAft>
                <a:spcPts val="0"/>
              </a:spcAft>
              <a:buClr>
                <a:srgbClr val="000000"/>
              </a:buClr>
              <a:buSzPts val="1400"/>
              <a:buNone/>
              <a:defRPr/>
            </a:lvl7pPr>
            <a:lvl8pPr lvl="7" rtl="0" algn="l">
              <a:lnSpc>
                <a:spcPct val="80000"/>
              </a:lnSpc>
              <a:spcBef>
                <a:spcPts val="0"/>
              </a:spcBef>
              <a:spcAft>
                <a:spcPts val="0"/>
              </a:spcAft>
              <a:buClr>
                <a:srgbClr val="000000"/>
              </a:buClr>
              <a:buSzPts val="1400"/>
              <a:buNone/>
              <a:defRPr/>
            </a:lvl8pPr>
            <a:lvl9pPr lvl="8" rtl="0" algn="l">
              <a:lnSpc>
                <a:spcPct val="80000"/>
              </a:lnSpc>
              <a:spcBef>
                <a:spcPts val="0"/>
              </a:spcBef>
              <a:spcAft>
                <a:spcPts val="0"/>
              </a:spcAft>
              <a:buClr>
                <a:srgbClr val="000000"/>
              </a:buClr>
              <a:buSzPts val="1400"/>
              <a:buNone/>
              <a:defRPr/>
            </a:lvl9pPr>
          </a:lstStyle>
          <a:p/>
        </p:txBody>
      </p:sp>
      <p:sp>
        <p:nvSpPr>
          <p:cNvPr id="70" name="Google Shape;70;p18"/>
          <p:cNvSpPr txBox="1"/>
          <p:nvPr>
            <p:ph idx="2" type="body"/>
          </p:nvPr>
        </p:nvSpPr>
        <p:spPr>
          <a:xfrm>
            <a:off x="901007" y="5417393"/>
            <a:ext cx="16478400" cy="1428900"/>
          </a:xfrm>
          <a:prstGeom prst="rect">
            <a:avLst/>
          </a:prstGeom>
          <a:noFill/>
          <a:ln>
            <a:noFill/>
          </a:ln>
        </p:spPr>
        <p:txBody>
          <a:bodyPr anchorCtr="0" anchor="t" bIns="38100" lIns="38100" spcFirstLastPara="1" rIns="38100" wrap="square" tIns="38100">
            <a:normAutofit/>
          </a:bodyPr>
          <a:lstStyle>
            <a:lvl1pPr indent="-228600" lvl="0" marL="457200" rtl="0" algn="l">
              <a:lnSpc>
                <a:spcPct val="100000"/>
              </a:lnSpc>
              <a:spcBef>
                <a:spcPts val="0"/>
              </a:spcBef>
              <a:spcAft>
                <a:spcPts val="0"/>
              </a:spcAft>
              <a:buClr>
                <a:srgbClr val="000000"/>
              </a:buClr>
              <a:buSzPts val="4100"/>
              <a:buFont typeface="Helvetica Neue"/>
              <a:buNone/>
              <a:defRPr b="1" sz="4100"/>
            </a:lvl1pPr>
            <a:lvl2pPr indent="-228600" lvl="1" marL="914400" rtl="0" algn="l">
              <a:lnSpc>
                <a:spcPct val="100000"/>
              </a:lnSpc>
              <a:spcBef>
                <a:spcPts val="0"/>
              </a:spcBef>
              <a:spcAft>
                <a:spcPts val="0"/>
              </a:spcAft>
              <a:buClr>
                <a:srgbClr val="000000"/>
              </a:buClr>
              <a:buSzPts val="4100"/>
              <a:buFont typeface="Helvetica Neue"/>
              <a:buNone/>
              <a:defRPr b="1" sz="4100"/>
            </a:lvl2pPr>
            <a:lvl3pPr indent="-228600" lvl="2" marL="1371600" rtl="0" algn="l">
              <a:lnSpc>
                <a:spcPct val="100000"/>
              </a:lnSpc>
              <a:spcBef>
                <a:spcPts val="0"/>
              </a:spcBef>
              <a:spcAft>
                <a:spcPts val="0"/>
              </a:spcAft>
              <a:buClr>
                <a:srgbClr val="000000"/>
              </a:buClr>
              <a:buSzPts val="4100"/>
              <a:buFont typeface="Helvetica Neue"/>
              <a:buNone/>
              <a:defRPr b="1" sz="4100"/>
            </a:lvl3pPr>
            <a:lvl4pPr indent="-228600" lvl="3" marL="1828800" rtl="0" algn="l">
              <a:lnSpc>
                <a:spcPct val="100000"/>
              </a:lnSpc>
              <a:spcBef>
                <a:spcPts val="0"/>
              </a:spcBef>
              <a:spcAft>
                <a:spcPts val="0"/>
              </a:spcAft>
              <a:buClr>
                <a:srgbClr val="000000"/>
              </a:buClr>
              <a:buSzPts val="4100"/>
              <a:buFont typeface="Helvetica Neue"/>
              <a:buNone/>
              <a:defRPr b="1" sz="4100"/>
            </a:lvl4pPr>
            <a:lvl5pPr indent="-228600" lvl="4" marL="2286000" rtl="0" algn="l">
              <a:lnSpc>
                <a:spcPct val="100000"/>
              </a:lnSpc>
              <a:spcBef>
                <a:spcPts val="0"/>
              </a:spcBef>
              <a:spcAft>
                <a:spcPts val="0"/>
              </a:spcAft>
              <a:buClr>
                <a:srgbClr val="000000"/>
              </a:buClr>
              <a:buSzPts val="4100"/>
              <a:buFont typeface="Helvetica Neue"/>
              <a:buNone/>
              <a:defRPr b="1" sz="4100"/>
            </a:lvl5pPr>
            <a:lvl6pPr indent="-336550" lvl="5" marL="2743200" rtl="0" algn="l">
              <a:lnSpc>
                <a:spcPct val="90000"/>
              </a:lnSpc>
              <a:spcBef>
                <a:spcPts val="3400"/>
              </a:spcBef>
              <a:spcAft>
                <a:spcPts val="0"/>
              </a:spcAft>
              <a:buClr>
                <a:srgbClr val="000000"/>
              </a:buClr>
              <a:buSzPts val="1700"/>
              <a:buChar char="•"/>
              <a:defRPr/>
            </a:lvl6pPr>
            <a:lvl7pPr indent="-336550" lvl="6" marL="3200400" rtl="0" algn="l">
              <a:lnSpc>
                <a:spcPct val="90000"/>
              </a:lnSpc>
              <a:spcBef>
                <a:spcPts val="3400"/>
              </a:spcBef>
              <a:spcAft>
                <a:spcPts val="0"/>
              </a:spcAft>
              <a:buClr>
                <a:srgbClr val="000000"/>
              </a:buClr>
              <a:buSzPts val="1700"/>
              <a:buChar char="•"/>
              <a:defRPr/>
            </a:lvl7pPr>
            <a:lvl8pPr indent="-336550" lvl="7" marL="3657600" rtl="0" algn="l">
              <a:lnSpc>
                <a:spcPct val="90000"/>
              </a:lnSpc>
              <a:spcBef>
                <a:spcPts val="3400"/>
              </a:spcBef>
              <a:spcAft>
                <a:spcPts val="0"/>
              </a:spcAft>
              <a:buClr>
                <a:srgbClr val="000000"/>
              </a:buClr>
              <a:buSzPts val="1700"/>
              <a:buChar char="•"/>
              <a:defRPr/>
            </a:lvl8pPr>
            <a:lvl9pPr indent="-336550" lvl="8" marL="4114800" rtl="0" algn="l">
              <a:lnSpc>
                <a:spcPct val="90000"/>
              </a:lnSpc>
              <a:spcBef>
                <a:spcPts val="3400"/>
              </a:spcBef>
              <a:spcAft>
                <a:spcPts val="0"/>
              </a:spcAft>
              <a:buClr>
                <a:srgbClr val="000000"/>
              </a:buClr>
              <a:buSzPts val="1700"/>
              <a:buChar char="•"/>
              <a:defRPr/>
            </a:lvl9pPr>
          </a:lstStyle>
          <a:p/>
        </p:txBody>
      </p:sp>
      <p:sp>
        <p:nvSpPr>
          <p:cNvPr id="71" name="Google Shape;71;p18"/>
          <p:cNvSpPr txBox="1"/>
          <p:nvPr>
            <p:ph idx="12" type="sldNum"/>
          </p:nvPr>
        </p:nvSpPr>
        <p:spPr>
          <a:xfrm>
            <a:off x="9001124" y="9810749"/>
            <a:ext cx="276300" cy="292500"/>
          </a:xfrm>
          <a:prstGeom prst="rect">
            <a:avLst/>
          </a:prstGeom>
          <a:noFill/>
          <a:ln>
            <a:noFill/>
          </a:ln>
        </p:spPr>
        <p:txBody>
          <a:bodyPr anchorCtr="0" anchor="b" bIns="38100" lIns="38100" spcFirstLastPara="1" rIns="38100" wrap="square" tIns="38100">
            <a:spAutoFit/>
          </a:bodyPr>
          <a:lstStyle>
            <a:lvl1pPr indent="0" lvl="0"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5">
  <p:cSld name="TITLE_4">
    <p:spTree>
      <p:nvGrpSpPr>
        <p:cNvPr id="72" name="Shape 72"/>
        <p:cNvGrpSpPr/>
        <p:nvPr/>
      </p:nvGrpSpPr>
      <p:grpSpPr>
        <a:xfrm>
          <a:off x="0" y="0"/>
          <a:ext cx="0" cy="0"/>
          <a:chOff x="0" y="0"/>
          <a:chExt cx="0" cy="0"/>
        </a:xfrm>
      </p:grpSpPr>
      <p:sp>
        <p:nvSpPr>
          <p:cNvPr id="73" name="Google Shape;73;p19"/>
          <p:cNvSpPr txBox="1"/>
          <p:nvPr>
            <p:ph idx="1" type="body"/>
          </p:nvPr>
        </p:nvSpPr>
        <p:spPr>
          <a:xfrm>
            <a:off x="901005" y="8894897"/>
            <a:ext cx="16478400" cy="477600"/>
          </a:xfrm>
          <a:prstGeom prst="rect">
            <a:avLst/>
          </a:prstGeom>
          <a:noFill/>
          <a:ln>
            <a:noFill/>
          </a:ln>
        </p:spPr>
        <p:txBody>
          <a:bodyPr anchorCtr="0" anchor="t" bIns="34275" lIns="34275" spcFirstLastPara="1" rIns="34275" wrap="square" tIns="34275">
            <a:normAutofit/>
          </a:bodyPr>
          <a:lstStyle>
            <a:lvl1pPr indent="-228600" lvl="0" marL="457200" rtl="0" algn="l">
              <a:lnSpc>
                <a:spcPct val="100000"/>
              </a:lnSpc>
              <a:spcBef>
                <a:spcPts val="0"/>
              </a:spcBef>
              <a:spcAft>
                <a:spcPts val="0"/>
              </a:spcAft>
              <a:buClr>
                <a:srgbClr val="000000"/>
              </a:buClr>
              <a:buSzPts val="2700"/>
              <a:buFont typeface="Helvetica Neue"/>
              <a:buNone/>
              <a:defRPr b="1" sz="2700"/>
            </a:lvl1pPr>
            <a:lvl2pPr indent="-336550" lvl="1" marL="914400" rtl="0" algn="l">
              <a:lnSpc>
                <a:spcPct val="90000"/>
              </a:lnSpc>
              <a:spcBef>
                <a:spcPts val="3400"/>
              </a:spcBef>
              <a:spcAft>
                <a:spcPts val="0"/>
              </a:spcAft>
              <a:buClr>
                <a:srgbClr val="000000"/>
              </a:buClr>
              <a:buSzPts val="1700"/>
              <a:buChar char="•"/>
              <a:defRPr/>
            </a:lvl2pPr>
            <a:lvl3pPr indent="-336550" lvl="2" marL="1371600" rtl="0" algn="l">
              <a:lnSpc>
                <a:spcPct val="90000"/>
              </a:lnSpc>
              <a:spcBef>
                <a:spcPts val="3400"/>
              </a:spcBef>
              <a:spcAft>
                <a:spcPts val="0"/>
              </a:spcAft>
              <a:buClr>
                <a:srgbClr val="000000"/>
              </a:buClr>
              <a:buSzPts val="1700"/>
              <a:buChar char="•"/>
              <a:defRPr/>
            </a:lvl3pPr>
            <a:lvl4pPr indent="-336550" lvl="3" marL="1828800" rtl="0" algn="l">
              <a:lnSpc>
                <a:spcPct val="90000"/>
              </a:lnSpc>
              <a:spcBef>
                <a:spcPts val="3400"/>
              </a:spcBef>
              <a:spcAft>
                <a:spcPts val="0"/>
              </a:spcAft>
              <a:buClr>
                <a:srgbClr val="000000"/>
              </a:buClr>
              <a:buSzPts val="1700"/>
              <a:buChar char="•"/>
              <a:defRPr/>
            </a:lvl4pPr>
            <a:lvl5pPr indent="-336550" lvl="4" marL="2286000" rtl="0" algn="l">
              <a:lnSpc>
                <a:spcPct val="90000"/>
              </a:lnSpc>
              <a:spcBef>
                <a:spcPts val="3400"/>
              </a:spcBef>
              <a:spcAft>
                <a:spcPts val="0"/>
              </a:spcAft>
              <a:buClr>
                <a:srgbClr val="000000"/>
              </a:buClr>
              <a:buSzPts val="1700"/>
              <a:buChar char="•"/>
              <a:defRPr/>
            </a:lvl5pPr>
            <a:lvl6pPr indent="-336550" lvl="5" marL="2743200" rtl="0" algn="l">
              <a:lnSpc>
                <a:spcPct val="90000"/>
              </a:lnSpc>
              <a:spcBef>
                <a:spcPts val="3400"/>
              </a:spcBef>
              <a:spcAft>
                <a:spcPts val="0"/>
              </a:spcAft>
              <a:buClr>
                <a:srgbClr val="000000"/>
              </a:buClr>
              <a:buSzPts val="1700"/>
              <a:buChar char="•"/>
              <a:defRPr/>
            </a:lvl6pPr>
            <a:lvl7pPr indent="-336550" lvl="6" marL="3200400" rtl="0" algn="l">
              <a:lnSpc>
                <a:spcPct val="90000"/>
              </a:lnSpc>
              <a:spcBef>
                <a:spcPts val="3400"/>
              </a:spcBef>
              <a:spcAft>
                <a:spcPts val="0"/>
              </a:spcAft>
              <a:buClr>
                <a:srgbClr val="000000"/>
              </a:buClr>
              <a:buSzPts val="1700"/>
              <a:buChar char="•"/>
              <a:defRPr/>
            </a:lvl7pPr>
            <a:lvl8pPr indent="-336550" lvl="7" marL="3657600" rtl="0" algn="l">
              <a:lnSpc>
                <a:spcPct val="90000"/>
              </a:lnSpc>
              <a:spcBef>
                <a:spcPts val="3400"/>
              </a:spcBef>
              <a:spcAft>
                <a:spcPts val="0"/>
              </a:spcAft>
              <a:buClr>
                <a:srgbClr val="000000"/>
              </a:buClr>
              <a:buSzPts val="1700"/>
              <a:buChar char="•"/>
              <a:defRPr/>
            </a:lvl8pPr>
            <a:lvl9pPr indent="-336550" lvl="8" marL="4114800" rtl="0" algn="l">
              <a:lnSpc>
                <a:spcPct val="90000"/>
              </a:lnSpc>
              <a:spcBef>
                <a:spcPts val="3400"/>
              </a:spcBef>
              <a:spcAft>
                <a:spcPts val="0"/>
              </a:spcAft>
              <a:buClr>
                <a:srgbClr val="000000"/>
              </a:buClr>
              <a:buSzPts val="1700"/>
              <a:buChar char="•"/>
              <a:defRPr/>
            </a:lvl9pPr>
          </a:lstStyle>
          <a:p/>
        </p:txBody>
      </p:sp>
      <p:sp>
        <p:nvSpPr>
          <p:cNvPr id="74" name="Google Shape;74;p19"/>
          <p:cNvSpPr txBox="1"/>
          <p:nvPr>
            <p:ph type="title"/>
          </p:nvPr>
        </p:nvSpPr>
        <p:spPr>
          <a:xfrm>
            <a:off x="904872" y="1931243"/>
            <a:ext cx="16478400" cy="3486300"/>
          </a:xfrm>
          <a:prstGeom prst="rect">
            <a:avLst/>
          </a:prstGeom>
          <a:noFill/>
          <a:ln>
            <a:noFill/>
          </a:ln>
        </p:spPr>
        <p:txBody>
          <a:bodyPr anchorCtr="0" anchor="b" bIns="38100" lIns="38100" spcFirstLastPara="1" rIns="38100" wrap="square" tIns="38100">
            <a:normAutofit/>
          </a:bodyPr>
          <a:lstStyle>
            <a:lvl1pPr lvl="0" rtl="0" algn="l">
              <a:lnSpc>
                <a:spcPct val="80000"/>
              </a:lnSpc>
              <a:spcBef>
                <a:spcPts val="0"/>
              </a:spcBef>
              <a:spcAft>
                <a:spcPts val="0"/>
              </a:spcAft>
              <a:buClr>
                <a:srgbClr val="000000"/>
              </a:buClr>
              <a:buSzPts val="8700"/>
              <a:buFont typeface="Helvetica Neue"/>
              <a:buNone/>
              <a:defRPr sz="8700"/>
            </a:lvl1pPr>
            <a:lvl2pPr lvl="1" rtl="0" algn="l">
              <a:lnSpc>
                <a:spcPct val="80000"/>
              </a:lnSpc>
              <a:spcBef>
                <a:spcPts val="0"/>
              </a:spcBef>
              <a:spcAft>
                <a:spcPts val="0"/>
              </a:spcAft>
              <a:buClr>
                <a:srgbClr val="000000"/>
              </a:buClr>
              <a:buSzPts val="1400"/>
              <a:buNone/>
              <a:defRPr/>
            </a:lvl2pPr>
            <a:lvl3pPr lvl="2" rtl="0" algn="l">
              <a:lnSpc>
                <a:spcPct val="80000"/>
              </a:lnSpc>
              <a:spcBef>
                <a:spcPts val="0"/>
              </a:spcBef>
              <a:spcAft>
                <a:spcPts val="0"/>
              </a:spcAft>
              <a:buClr>
                <a:srgbClr val="000000"/>
              </a:buClr>
              <a:buSzPts val="1400"/>
              <a:buNone/>
              <a:defRPr/>
            </a:lvl3pPr>
            <a:lvl4pPr lvl="3" rtl="0" algn="l">
              <a:lnSpc>
                <a:spcPct val="80000"/>
              </a:lnSpc>
              <a:spcBef>
                <a:spcPts val="0"/>
              </a:spcBef>
              <a:spcAft>
                <a:spcPts val="0"/>
              </a:spcAft>
              <a:buClr>
                <a:srgbClr val="000000"/>
              </a:buClr>
              <a:buSzPts val="1400"/>
              <a:buNone/>
              <a:defRPr/>
            </a:lvl4pPr>
            <a:lvl5pPr lvl="4" rtl="0" algn="l">
              <a:lnSpc>
                <a:spcPct val="80000"/>
              </a:lnSpc>
              <a:spcBef>
                <a:spcPts val="0"/>
              </a:spcBef>
              <a:spcAft>
                <a:spcPts val="0"/>
              </a:spcAft>
              <a:buClr>
                <a:srgbClr val="000000"/>
              </a:buClr>
              <a:buSzPts val="1400"/>
              <a:buNone/>
              <a:defRPr/>
            </a:lvl5pPr>
            <a:lvl6pPr lvl="5" rtl="0" algn="l">
              <a:lnSpc>
                <a:spcPct val="80000"/>
              </a:lnSpc>
              <a:spcBef>
                <a:spcPts val="0"/>
              </a:spcBef>
              <a:spcAft>
                <a:spcPts val="0"/>
              </a:spcAft>
              <a:buClr>
                <a:srgbClr val="000000"/>
              </a:buClr>
              <a:buSzPts val="1400"/>
              <a:buNone/>
              <a:defRPr/>
            </a:lvl6pPr>
            <a:lvl7pPr lvl="6" rtl="0" algn="l">
              <a:lnSpc>
                <a:spcPct val="80000"/>
              </a:lnSpc>
              <a:spcBef>
                <a:spcPts val="0"/>
              </a:spcBef>
              <a:spcAft>
                <a:spcPts val="0"/>
              </a:spcAft>
              <a:buClr>
                <a:srgbClr val="000000"/>
              </a:buClr>
              <a:buSzPts val="1400"/>
              <a:buNone/>
              <a:defRPr/>
            </a:lvl7pPr>
            <a:lvl8pPr lvl="7" rtl="0" algn="l">
              <a:lnSpc>
                <a:spcPct val="80000"/>
              </a:lnSpc>
              <a:spcBef>
                <a:spcPts val="0"/>
              </a:spcBef>
              <a:spcAft>
                <a:spcPts val="0"/>
              </a:spcAft>
              <a:buClr>
                <a:srgbClr val="000000"/>
              </a:buClr>
              <a:buSzPts val="1400"/>
              <a:buNone/>
              <a:defRPr/>
            </a:lvl8pPr>
            <a:lvl9pPr lvl="8" rtl="0" algn="l">
              <a:lnSpc>
                <a:spcPct val="80000"/>
              </a:lnSpc>
              <a:spcBef>
                <a:spcPts val="0"/>
              </a:spcBef>
              <a:spcAft>
                <a:spcPts val="0"/>
              </a:spcAft>
              <a:buClr>
                <a:srgbClr val="000000"/>
              </a:buClr>
              <a:buSzPts val="1400"/>
              <a:buNone/>
              <a:defRPr/>
            </a:lvl9pPr>
          </a:lstStyle>
          <a:p/>
        </p:txBody>
      </p:sp>
      <p:sp>
        <p:nvSpPr>
          <p:cNvPr id="75" name="Google Shape;75;p19"/>
          <p:cNvSpPr txBox="1"/>
          <p:nvPr>
            <p:ph idx="2" type="body"/>
          </p:nvPr>
        </p:nvSpPr>
        <p:spPr>
          <a:xfrm>
            <a:off x="901007" y="5417393"/>
            <a:ext cx="16478400" cy="1428900"/>
          </a:xfrm>
          <a:prstGeom prst="rect">
            <a:avLst/>
          </a:prstGeom>
          <a:noFill/>
          <a:ln>
            <a:noFill/>
          </a:ln>
        </p:spPr>
        <p:txBody>
          <a:bodyPr anchorCtr="0" anchor="t" bIns="38100" lIns="38100" spcFirstLastPara="1" rIns="38100" wrap="square" tIns="38100">
            <a:normAutofit/>
          </a:bodyPr>
          <a:lstStyle>
            <a:lvl1pPr indent="-228600" lvl="0" marL="457200" rtl="0" algn="l">
              <a:lnSpc>
                <a:spcPct val="100000"/>
              </a:lnSpc>
              <a:spcBef>
                <a:spcPts val="0"/>
              </a:spcBef>
              <a:spcAft>
                <a:spcPts val="0"/>
              </a:spcAft>
              <a:buClr>
                <a:srgbClr val="000000"/>
              </a:buClr>
              <a:buSzPts val="4100"/>
              <a:buFont typeface="Helvetica Neue"/>
              <a:buNone/>
              <a:defRPr b="1" sz="4100"/>
            </a:lvl1pPr>
            <a:lvl2pPr indent="-228600" lvl="1" marL="914400" rtl="0" algn="l">
              <a:lnSpc>
                <a:spcPct val="100000"/>
              </a:lnSpc>
              <a:spcBef>
                <a:spcPts val="0"/>
              </a:spcBef>
              <a:spcAft>
                <a:spcPts val="0"/>
              </a:spcAft>
              <a:buClr>
                <a:srgbClr val="000000"/>
              </a:buClr>
              <a:buSzPts val="4100"/>
              <a:buFont typeface="Helvetica Neue"/>
              <a:buNone/>
              <a:defRPr b="1" sz="4100"/>
            </a:lvl2pPr>
            <a:lvl3pPr indent="-228600" lvl="2" marL="1371600" rtl="0" algn="l">
              <a:lnSpc>
                <a:spcPct val="100000"/>
              </a:lnSpc>
              <a:spcBef>
                <a:spcPts val="0"/>
              </a:spcBef>
              <a:spcAft>
                <a:spcPts val="0"/>
              </a:spcAft>
              <a:buClr>
                <a:srgbClr val="000000"/>
              </a:buClr>
              <a:buSzPts val="4100"/>
              <a:buFont typeface="Helvetica Neue"/>
              <a:buNone/>
              <a:defRPr b="1" sz="4100"/>
            </a:lvl3pPr>
            <a:lvl4pPr indent="-228600" lvl="3" marL="1828800" rtl="0" algn="l">
              <a:lnSpc>
                <a:spcPct val="100000"/>
              </a:lnSpc>
              <a:spcBef>
                <a:spcPts val="0"/>
              </a:spcBef>
              <a:spcAft>
                <a:spcPts val="0"/>
              </a:spcAft>
              <a:buClr>
                <a:srgbClr val="000000"/>
              </a:buClr>
              <a:buSzPts val="4100"/>
              <a:buFont typeface="Helvetica Neue"/>
              <a:buNone/>
              <a:defRPr b="1" sz="4100"/>
            </a:lvl4pPr>
            <a:lvl5pPr indent="-228600" lvl="4" marL="2286000" rtl="0" algn="l">
              <a:lnSpc>
                <a:spcPct val="100000"/>
              </a:lnSpc>
              <a:spcBef>
                <a:spcPts val="0"/>
              </a:spcBef>
              <a:spcAft>
                <a:spcPts val="0"/>
              </a:spcAft>
              <a:buClr>
                <a:srgbClr val="000000"/>
              </a:buClr>
              <a:buSzPts val="4100"/>
              <a:buFont typeface="Helvetica Neue"/>
              <a:buNone/>
              <a:defRPr b="1" sz="4100"/>
            </a:lvl5pPr>
            <a:lvl6pPr indent="-336550" lvl="5" marL="2743200" rtl="0" algn="l">
              <a:lnSpc>
                <a:spcPct val="90000"/>
              </a:lnSpc>
              <a:spcBef>
                <a:spcPts val="3400"/>
              </a:spcBef>
              <a:spcAft>
                <a:spcPts val="0"/>
              </a:spcAft>
              <a:buClr>
                <a:srgbClr val="000000"/>
              </a:buClr>
              <a:buSzPts val="1700"/>
              <a:buChar char="•"/>
              <a:defRPr/>
            </a:lvl6pPr>
            <a:lvl7pPr indent="-336550" lvl="6" marL="3200400" rtl="0" algn="l">
              <a:lnSpc>
                <a:spcPct val="90000"/>
              </a:lnSpc>
              <a:spcBef>
                <a:spcPts val="3400"/>
              </a:spcBef>
              <a:spcAft>
                <a:spcPts val="0"/>
              </a:spcAft>
              <a:buClr>
                <a:srgbClr val="000000"/>
              </a:buClr>
              <a:buSzPts val="1700"/>
              <a:buChar char="•"/>
              <a:defRPr/>
            </a:lvl7pPr>
            <a:lvl8pPr indent="-336550" lvl="7" marL="3657600" rtl="0" algn="l">
              <a:lnSpc>
                <a:spcPct val="90000"/>
              </a:lnSpc>
              <a:spcBef>
                <a:spcPts val="3400"/>
              </a:spcBef>
              <a:spcAft>
                <a:spcPts val="0"/>
              </a:spcAft>
              <a:buClr>
                <a:srgbClr val="000000"/>
              </a:buClr>
              <a:buSzPts val="1700"/>
              <a:buChar char="•"/>
              <a:defRPr/>
            </a:lvl8pPr>
            <a:lvl9pPr indent="-336550" lvl="8" marL="4114800" rtl="0" algn="l">
              <a:lnSpc>
                <a:spcPct val="90000"/>
              </a:lnSpc>
              <a:spcBef>
                <a:spcPts val="3400"/>
              </a:spcBef>
              <a:spcAft>
                <a:spcPts val="0"/>
              </a:spcAft>
              <a:buClr>
                <a:srgbClr val="000000"/>
              </a:buClr>
              <a:buSzPts val="1700"/>
              <a:buChar char="•"/>
              <a:defRPr/>
            </a:lvl9pPr>
          </a:lstStyle>
          <a:p/>
        </p:txBody>
      </p:sp>
      <p:sp>
        <p:nvSpPr>
          <p:cNvPr id="76" name="Google Shape;76;p19"/>
          <p:cNvSpPr txBox="1"/>
          <p:nvPr>
            <p:ph idx="12" type="sldNum"/>
          </p:nvPr>
        </p:nvSpPr>
        <p:spPr>
          <a:xfrm>
            <a:off x="9001124" y="9810749"/>
            <a:ext cx="276300" cy="292500"/>
          </a:xfrm>
          <a:prstGeom prst="rect">
            <a:avLst/>
          </a:prstGeom>
          <a:noFill/>
          <a:ln>
            <a:noFill/>
          </a:ln>
        </p:spPr>
        <p:txBody>
          <a:bodyPr anchorCtr="0" anchor="b" bIns="38100" lIns="38100" spcFirstLastPara="1" rIns="38100" wrap="square" tIns="38100">
            <a:spAutoFit/>
          </a:bodyPr>
          <a:lstStyle>
            <a:lvl1pPr indent="0" lvl="0"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400"/>
              <a:buFont typeface="Helvetica Neue"/>
              <a:buNone/>
              <a:defRPr b="0" i="0" sz="14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78" name="Shape 78"/>
        <p:cNvGrpSpPr/>
        <p:nvPr/>
      </p:nvGrpSpPr>
      <p:grpSpPr>
        <a:xfrm>
          <a:off x="0" y="0"/>
          <a:ext cx="0" cy="0"/>
          <a:chOff x="0" y="0"/>
          <a:chExt cx="0" cy="0"/>
        </a:xfrm>
      </p:grpSpPr>
      <p:pic>
        <p:nvPicPr>
          <p:cNvPr id="79" name="Google Shape;79;p21"/>
          <p:cNvPicPr preferRelativeResize="0"/>
          <p:nvPr/>
        </p:nvPicPr>
        <p:blipFill>
          <a:blip r:embed="rId2">
            <a:alphaModFix/>
          </a:blip>
          <a:stretch>
            <a:fillRect/>
          </a:stretch>
        </p:blipFill>
        <p:spPr>
          <a:xfrm>
            <a:off x="-3" y="-39"/>
            <a:ext cx="18288005" cy="10287078"/>
          </a:xfrm>
          <a:prstGeom prst="rect">
            <a:avLst/>
          </a:prstGeom>
          <a:noFill/>
          <a:ln>
            <a:noFill/>
          </a:ln>
        </p:spPr>
      </p:pic>
      <p:pic>
        <p:nvPicPr>
          <p:cNvPr id="80" name="Google Shape;80;p21"/>
          <p:cNvPicPr preferRelativeResize="0"/>
          <p:nvPr/>
        </p:nvPicPr>
        <p:blipFill>
          <a:blip r:embed="rId3">
            <a:alphaModFix/>
          </a:blip>
          <a:stretch>
            <a:fillRect/>
          </a:stretch>
        </p:blipFill>
        <p:spPr>
          <a:xfrm>
            <a:off x="8452825" y="5708805"/>
            <a:ext cx="7694894" cy="1367775"/>
          </a:xfrm>
          <a:prstGeom prst="rect">
            <a:avLst/>
          </a:prstGeom>
          <a:noFill/>
          <a:ln>
            <a:noFill/>
          </a:ln>
        </p:spPr>
      </p:pic>
      <p:pic>
        <p:nvPicPr>
          <p:cNvPr id="81" name="Google Shape;81;p21"/>
          <p:cNvPicPr preferRelativeResize="0"/>
          <p:nvPr/>
        </p:nvPicPr>
        <p:blipFill>
          <a:blip r:embed="rId4">
            <a:alphaModFix/>
          </a:blip>
          <a:stretch>
            <a:fillRect/>
          </a:stretch>
        </p:blipFill>
        <p:spPr>
          <a:xfrm>
            <a:off x="14596625" y="5556540"/>
            <a:ext cx="1495325" cy="142500"/>
          </a:xfrm>
          <a:prstGeom prst="rect">
            <a:avLst/>
          </a:prstGeom>
          <a:noFill/>
          <a:ln>
            <a:noFill/>
          </a:ln>
        </p:spPr>
      </p:pic>
      <p:sp>
        <p:nvSpPr>
          <p:cNvPr id="82" name="Google Shape;82;p21"/>
          <p:cNvSpPr/>
          <p:nvPr/>
        </p:nvSpPr>
        <p:spPr>
          <a:xfrm>
            <a:off x="4227600" y="5378800"/>
            <a:ext cx="2950800" cy="2048400"/>
          </a:xfrm>
          <a:prstGeom prst="rect">
            <a:avLst/>
          </a:prstGeom>
          <a:solidFill>
            <a:srgbClr val="FCFBF3"/>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pic>
        <p:nvPicPr>
          <p:cNvPr id="83" name="Google Shape;83;p21"/>
          <p:cNvPicPr preferRelativeResize="0"/>
          <p:nvPr/>
        </p:nvPicPr>
        <p:blipFill rotWithShape="1">
          <a:blip r:embed="rId5">
            <a:alphaModFix/>
          </a:blip>
          <a:srcRect b="8011" l="12367" r="12360" t="8011"/>
          <a:stretch/>
        </p:blipFill>
        <p:spPr>
          <a:xfrm>
            <a:off x="3911651" y="5378800"/>
            <a:ext cx="3264139" cy="2048401"/>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1">
  <p:cSld name="TITLE_1">
    <p:bg>
      <p:bgPr>
        <a:solidFill>
          <a:schemeClr val="dk1"/>
        </a:solidFill>
      </p:bgPr>
    </p:bg>
    <p:spTree>
      <p:nvGrpSpPr>
        <p:cNvPr id="84" name="Shape 84"/>
        <p:cNvGrpSpPr/>
        <p:nvPr/>
      </p:nvGrpSpPr>
      <p:grpSpPr>
        <a:xfrm>
          <a:off x="0" y="0"/>
          <a:ext cx="0" cy="0"/>
          <a:chOff x="0" y="0"/>
          <a:chExt cx="0" cy="0"/>
        </a:xfrm>
      </p:grpSpPr>
      <p:grpSp>
        <p:nvGrpSpPr>
          <p:cNvPr id="85" name="Google Shape;85;p22"/>
          <p:cNvGrpSpPr/>
          <p:nvPr/>
        </p:nvGrpSpPr>
        <p:grpSpPr>
          <a:xfrm>
            <a:off x="16648615" y="191842"/>
            <a:ext cx="1437004" cy="264572"/>
            <a:chOff x="5037550" y="3023250"/>
            <a:chExt cx="3315653" cy="610738"/>
          </a:xfrm>
        </p:grpSpPr>
        <p:pic>
          <p:nvPicPr>
            <p:cNvPr id="86" name="Google Shape;86;p22"/>
            <p:cNvPicPr preferRelativeResize="0"/>
            <p:nvPr/>
          </p:nvPicPr>
          <p:blipFill rotWithShape="1">
            <a:blip r:embed="rId2">
              <a:alphaModFix/>
            </a:blip>
            <a:srcRect b="0" l="0" r="54179" t="0"/>
            <a:stretch/>
          </p:blipFill>
          <p:spPr>
            <a:xfrm>
              <a:off x="5037550" y="3023250"/>
              <a:ext cx="1619727" cy="602375"/>
            </a:xfrm>
            <a:prstGeom prst="rect">
              <a:avLst/>
            </a:prstGeom>
            <a:noFill/>
            <a:ln>
              <a:noFill/>
            </a:ln>
          </p:spPr>
        </p:pic>
        <p:pic>
          <p:nvPicPr>
            <p:cNvPr id="87" name="Google Shape;87;p22"/>
            <p:cNvPicPr preferRelativeResize="0"/>
            <p:nvPr/>
          </p:nvPicPr>
          <p:blipFill rotWithShape="1">
            <a:blip r:embed="rId2">
              <a:alphaModFix/>
            </a:blip>
            <a:srcRect b="0" l="54179" r="0" t="0"/>
            <a:stretch/>
          </p:blipFill>
          <p:spPr>
            <a:xfrm>
              <a:off x="6733475" y="3031613"/>
              <a:ext cx="1619727" cy="602375"/>
            </a:xfrm>
            <a:prstGeom prst="rect">
              <a:avLst/>
            </a:prstGeom>
            <a:noFill/>
            <a:ln>
              <a:noFill/>
            </a:ln>
          </p:spPr>
        </p:pic>
      </p:grpSp>
      <p:sp>
        <p:nvSpPr>
          <p:cNvPr id="88" name="Google Shape;88;p22"/>
          <p:cNvSpPr txBox="1"/>
          <p:nvPr/>
        </p:nvSpPr>
        <p:spPr>
          <a:xfrm>
            <a:off x="4595018" y="83017"/>
            <a:ext cx="9097800" cy="523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pt-BR" sz="1000">
                <a:solidFill>
                  <a:srgbClr val="403748"/>
                </a:solidFill>
                <a:latin typeface="Roboto"/>
                <a:ea typeface="Roboto"/>
                <a:cs typeface="Roboto"/>
                <a:sym typeface="Roboto"/>
              </a:rPr>
              <a:t>PRO MATRE</a:t>
            </a:r>
            <a:endParaRPr sz="1000">
              <a:solidFill>
                <a:srgbClr val="403748"/>
              </a:solidFill>
              <a:latin typeface="Roboto"/>
              <a:ea typeface="Roboto"/>
              <a:cs typeface="Roboto"/>
              <a:sym typeface="Roboto"/>
            </a:endParaRPr>
          </a:p>
        </p:txBody>
      </p:sp>
      <p:pic>
        <p:nvPicPr>
          <p:cNvPr id="89" name="Google Shape;89;p22"/>
          <p:cNvPicPr preferRelativeResize="0"/>
          <p:nvPr/>
        </p:nvPicPr>
        <p:blipFill>
          <a:blip r:embed="rId3">
            <a:alphaModFix/>
          </a:blip>
          <a:stretch>
            <a:fillRect/>
          </a:stretch>
        </p:blipFill>
        <p:spPr>
          <a:xfrm>
            <a:off x="204398" y="181661"/>
            <a:ext cx="509795" cy="319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1 1">
  <p:cSld name="TITLE_1_1">
    <p:bg>
      <p:bgPr>
        <a:solidFill>
          <a:srgbClr val="403748"/>
        </a:solidFill>
      </p:bgPr>
    </p:bg>
    <p:spTree>
      <p:nvGrpSpPr>
        <p:cNvPr id="90" name="Shape 90"/>
        <p:cNvGrpSpPr/>
        <p:nvPr/>
      </p:nvGrpSpPr>
      <p:grpSpPr>
        <a:xfrm>
          <a:off x="0" y="0"/>
          <a:ext cx="0" cy="0"/>
          <a:chOff x="0" y="0"/>
          <a:chExt cx="0" cy="0"/>
        </a:xfrm>
      </p:grpSpPr>
      <p:sp>
        <p:nvSpPr>
          <p:cNvPr id="91" name="Google Shape;91;p23"/>
          <p:cNvSpPr txBox="1"/>
          <p:nvPr/>
        </p:nvSpPr>
        <p:spPr>
          <a:xfrm>
            <a:off x="4595018" y="83017"/>
            <a:ext cx="9097800" cy="523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pt-BR" sz="1000">
                <a:solidFill>
                  <a:srgbClr val="FCFBF3"/>
                </a:solidFill>
                <a:latin typeface="Roboto"/>
                <a:ea typeface="Roboto"/>
                <a:cs typeface="Roboto"/>
                <a:sym typeface="Roboto"/>
              </a:rPr>
              <a:t>TÍTULO DA APRESENTAÇÃO • MUDAR ANTES DE COMEÇAR</a:t>
            </a:r>
            <a:endParaRPr sz="1000">
              <a:solidFill>
                <a:srgbClr val="FCFBF3"/>
              </a:solidFill>
              <a:latin typeface="Roboto"/>
              <a:ea typeface="Roboto"/>
              <a:cs typeface="Roboto"/>
              <a:sym typeface="Roboto"/>
            </a:endParaRPr>
          </a:p>
        </p:txBody>
      </p:sp>
      <p:pic>
        <p:nvPicPr>
          <p:cNvPr id="92" name="Google Shape;92;p23"/>
          <p:cNvPicPr preferRelativeResize="0"/>
          <p:nvPr/>
        </p:nvPicPr>
        <p:blipFill>
          <a:blip r:embed="rId2">
            <a:alphaModFix/>
          </a:blip>
          <a:stretch>
            <a:fillRect/>
          </a:stretch>
        </p:blipFill>
        <p:spPr>
          <a:xfrm>
            <a:off x="204398" y="181661"/>
            <a:ext cx="509795" cy="319900"/>
          </a:xfrm>
          <a:prstGeom prst="rect">
            <a:avLst/>
          </a:prstGeom>
          <a:noFill/>
          <a:ln>
            <a:noFill/>
          </a:ln>
        </p:spPr>
      </p:pic>
      <p:pic>
        <p:nvPicPr>
          <p:cNvPr id="93" name="Google Shape;93;p23"/>
          <p:cNvPicPr preferRelativeResize="0"/>
          <p:nvPr/>
        </p:nvPicPr>
        <p:blipFill rotWithShape="1">
          <a:blip r:embed="rId3">
            <a:alphaModFix/>
          </a:blip>
          <a:srcRect b="0" l="0" r="52320" t="0"/>
          <a:stretch/>
        </p:blipFill>
        <p:spPr>
          <a:xfrm>
            <a:off x="16649912" y="196950"/>
            <a:ext cx="712200" cy="254000"/>
          </a:xfrm>
          <a:prstGeom prst="rect">
            <a:avLst/>
          </a:prstGeom>
          <a:noFill/>
          <a:ln>
            <a:noFill/>
          </a:ln>
        </p:spPr>
      </p:pic>
      <p:pic>
        <p:nvPicPr>
          <p:cNvPr id="94" name="Google Shape;94;p23"/>
          <p:cNvPicPr preferRelativeResize="0"/>
          <p:nvPr/>
        </p:nvPicPr>
        <p:blipFill rotWithShape="1">
          <a:blip r:embed="rId3">
            <a:alphaModFix/>
          </a:blip>
          <a:srcRect b="4280" l="54518" r="-2198" t="-4280"/>
          <a:stretch/>
        </p:blipFill>
        <p:spPr>
          <a:xfrm>
            <a:off x="17389768" y="191523"/>
            <a:ext cx="712200" cy="2540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1 1 1">
  <p:cSld name="TITLE_1_1_1">
    <p:bg>
      <p:bgPr>
        <a:solidFill>
          <a:srgbClr val="403748"/>
        </a:solidFill>
      </p:bgPr>
    </p:bg>
    <p:spTree>
      <p:nvGrpSpPr>
        <p:cNvPr id="95" name="Shape 95"/>
        <p:cNvGrpSpPr/>
        <p:nvPr/>
      </p:nvGrpSpPr>
      <p:grpSpPr>
        <a:xfrm>
          <a:off x="0" y="0"/>
          <a:ext cx="0" cy="0"/>
          <a:chOff x="0" y="0"/>
          <a:chExt cx="0" cy="0"/>
        </a:xfrm>
      </p:grpSpPr>
      <p:pic>
        <p:nvPicPr>
          <p:cNvPr id="96" name="Google Shape;96;p24"/>
          <p:cNvPicPr preferRelativeResize="0"/>
          <p:nvPr/>
        </p:nvPicPr>
        <p:blipFill rotWithShape="1">
          <a:blip r:embed="rId2">
            <a:alphaModFix amt="14000"/>
          </a:blip>
          <a:srcRect b="27751" l="23950" r="1323" t="1110"/>
          <a:stretch/>
        </p:blipFill>
        <p:spPr>
          <a:xfrm>
            <a:off x="0" y="0"/>
            <a:ext cx="17222226" cy="10287000"/>
          </a:xfrm>
          <a:prstGeom prst="rect">
            <a:avLst/>
          </a:prstGeom>
          <a:noFill/>
          <a:ln>
            <a:noFill/>
          </a:ln>
        </p:spPr>
      </p:pic>
      <p:pic>
        <p:nvPicPr>
          <p:cNvPr id="97" name="Google Shape;97;p24"/>
          <p:cNvPicPr preferRelativeResize="0"/>
          <p:nvPr/>
        </p:nvPicPr>
        <p:blipFill>
          <a:blip r:embed="rId3">
            <a:alphaModFix/>
          </a:blip>
          <a:stretch>
            <a:fillRect/>
          </a:stretch>
        </p:blipFill>
        <p:spPr>
          <a:xfrm>
            <a:off x="15139506" y="4244624"/>
            <a:ext cx="2355500" cy="1478100"/>
          </a:xfrm>
          <a:prstGeom prst="rect">
            <a:avLst/>
          </a:prstGeom>
          <a:noFill/>
          <a:ln>
            <a:noFill/>
          </a:ln>
        </p:spPr>
      </p:pic>
      <p:grpSp>
        <p:nvGrpSpPr>
          <p:cNvPr id="98" name="Google Shape;98;p24"/>
          <p:cNvGrpSpPr/>
          <p:nvPr/>
        </p:nvGrpSpPr>
        <p:grpSpPr>
          <a:xfrm>
            <a:off x="15157084" y="3682980"/>
            <a:ext cx="2355526" cy="420869"/>
            <a:chOff x="8324956" y="95761"/>
            <a:chExt cx="726028" cy="129714"/>
          </a:xfrm>
        </p:grpSpPr>
        <p:pic>
          <p:nvPicPr>
            <p:cNvPr id="99" name="Google Shape;99;p24"/>
            <p:cNvPicPr preferRelativeResize="0"/>
            <p:nvPr/>
          </p:nvPicPr>
          <p:blipFill rotWithShape="1">
            <a:blip r:embed="rId4">
              <a:alphaModFix/>
            </a:blip>
            <a:srcRect b="0" l="0" r="52320" t="0"/>
            <a:stretch/>
          </p:blipFill>
          <p:spPr>
            <a:xfrm>
              <a:off x="8324956" y="98475"/>
              <a:ext cx="356100" cy="127000"/>
            </a:xfrm>
            <a:prstGeom prst="rect">
              <a:avLst/>
            </a:prstGeom>
            <a:noFill/>
            <a:ln>
              <a:noFill/>
            </a:ln>
          </p:spPr>
        </p:pic>
        <p:pic>
          <p:nvPicPr>
            <p:cNvPr id="100" name="Google Shape;100;p24"/>
            <p:cNvPicPr preferRelativeResize="0"/>
            <p:nvPr/>
          </p:nvPicPr>
          <p:blipFill rotWithShape="1">
            <a:blip r:embed="rId4">
              <a:alphaModFix/>
            </a:blip>
            <a:srcRect b="4280" l="54518" r="-2198" t="-4280"/>
            <a:stretch/>
          </p:blipFill>
          <p:spPr>
            <a:xfrm>
              <a:off x="8694884" y="95761"/>
              <a:ext cx="356100" cy="127000"/>
            </a:xfrm>
            <a:prstGeom prst="rect">
              <a:avLst/>
            </a:prstGeom>
            <a:noFill/>
            <a:ln>
              <a:noFill/>
            </a:ln>
          </p:spPr>
        </p:pic>
      </p:grpSp>
      <p:sp>
        <p:nvSpPr>
          <p:cNvPr id="101" name="Google Shape;101;p24"/>
          <p:cNvSpPr txBox="1"/>
          <p:nvPr/>
        </p:nvSpPr>
        <p:spPr>
          <a:xfrm>
            <a:off x="10511747" y="9451450"/>
            <a:ext cx="6983400" cy="523200"/>
          </a:xfrm>
          <a:prstGeom prst="rect">
            <a:avLst/>
          </a:prstGeom>
          <a:noFill/>
          <a:ln>
            <a:noFill/>
          </a:ln>
        </p:spPr>
        <p:txBody>
          <a:bodyPr anchorCtr="0" anchor="b" bIns="45700" lIns="45700" spcFirstLastPara="1" rIns="45700" wrap="square" tIns="45700">
            <a:noAutofit/>
          </a:bodyPr>
          <a:lstStyle/>
          <a:p>
            <a:pPr indent="0" lvl="0" marL="0" marR="0" rtl="0" algn="r">
              <a:lnSpc>
                <a:spcPct val="115000"/>
              </a:lnSpc>
              <a:spcBef>
                <a:spcPts val="0"/>
              </a:spcBef>
              <a:spcAft>
                <a:spcPts val="0"/>
              </a:spcAft>
              <a:buClr>
                <a:srgbClr val="FFFFFF"/>
              </a:buClr>
              <a:buSzPts val="1600"/>
              <a:buFont typeface="Arial"/>
              <a:buNone/>
            </a:pPr>
            <a:r>
              <a:rPr lang="pt-BR" u="sng">
                <a:solidFill>
                  <a:srgbClr val="FFFFFF"/>
                </a:solidFill>
                <a:latin typeface="Roboto Light"/>
                <a:ea typeface="Roboto Light"/>
                <a:cs typeface="Roboto Light"/>
                <a:sym typeface="Roboto Light"/>
                <a:hlinkClick r:id="rId5">
                  <a:extLst>
                    <a:ext uri="{A12FA001-AC4F-418D-AE19-62706E023703}">
                      <ahyp:hlinkClr val="tx"/>
                    </a:ext>
                  </a:extLst>
                </a:hlinkClick>
              </a:rPr>
              <a:t>ablab.com.br</a:t>
            </a:r>
            <a:r>
              <a:rPr lang="pt-BR">
                <a:solidFill>
                  <a:srgbClr val="FFFFFF"/>
                </a:solidFill>
                <a:latin typeface="Roboto Light"/>
                <a:ea typeface="Roboto Light"/>
                <a:cs typeface="Roboto Light"/>
                <a:sym typeface="Roboto Light"/>
              </a:rPr>
              <a:t> • +55 11 3060.5890</a:t>
            </a:r>
            <a:endParaRPr>
              <a:solidFill>
                <a:srgbClr val="FFFFFF"/>
              </a:solidFill>
              <a:latin typeface="Roboto Light"/>
              <a:ea typeface="Roboto Light"/>
              <a:cs typeface="Roboto Light"/>
              <a:sym typeface="Roboto Light"/>
            </a:endParaRPr>
          </a:p>
          <a:p>
            <a:pPr indent="0" lvl="0" marL="0" marR="0" rtl="0" algn="r">
              <a:lnSpc>
                <a:spcPct val="115000"/>
              </a:lnSpc>
              <a:spcBef>
                <a:spcPts val="0"/>
              </a:spcBef>
              <a:spcAft>
                <a:spcPts val="0"/>
              </a:spcAft>
              <a:buClr>
                <a:srgbClr val="FFFFFF"/>
              </a:buClr>
              <a:buSzPts val="1600"/>
              <a:buFont typeface="Arial"/>
              <a:buNone/>
            </a:pPr>
            <a:r>
              <a:rPr i="0" lang="pt-BR" sz="1400" u="none" cap="none" strike="noStrike">
                <a:solidFill>
                  <a:srgbClr val="FFFFFF"/>
                </a:solidFill>
                <a:latin typeface="Roboto Light"/>
                <a:ea typeface="Roboto Light"/>
                <a:cs typeface="Roboto Light"/>
                <a:sym typeface="Roboto Light"/>
              </a:rPr>
              <a:t>rua </a:t>
            </a:r>
            <a:r>
              <a:rPr lang="pt-BR">
                <a:solidFill>
                  <a:srgbClr val="FFFFFF"/>
                </a:solidFill>
                <a:latin typeface="Roboto Light"/>
                <a:ea typeface="Roboto Light"/>
                <a:cs typeface="Roboto Light"/>
                <a:sym typeface="Roboto Light"/>
              </a:rPr>
              <a:t>cardeal arcoverde, 359 - 11º andar - pinheiros</a:t>
            </a:r>
            <a:r>
              <a:rPr i="0" lang="pt-BR" sz="1400" u="none" cap="none" strike="noStrike">
                <a:solidFill>
                  <a:srgbClr val="FFFFFF"/>
                </a:solidFill>
                <a:latin typeface="Roboto Light"/>
                <a:ea typeface="Roboto Light"/>
                <a:cs typeface="Roboto Light"/>
                <a:sym typeface="Roboto Light"/>
              </a:rPr>
              <a:t>, sp</a:t>
            </a:r>
            <a:endParaRPr i="0" sz="1000" u="none" cap="none" strike="noStrike">
              <a:solidFill>
                <a:srgbClr val="000000"/>
              </a:solidFill>
              <a:latin typeface="Roboto Light"/>
              <a:ea typeface="Roboto Light"/>
              <a:cs typeface="Roboto Light"/>
              <a:sym typeface="Roboto Light"/>
            </a:endParaRPr>
          </a:p>
        </p:txBody>
      </p:sp>
      <p:sp>
        <p:nvSpPr>
          <p:cNvPr id="102" name="Google Shape;102;p24"/>
          <p:cNvSpPr txBox="1"/>
          <p:nvPr/>
        </p:nvSpPr>
        <p:spPr>
          <a:xfrm>
            <a:off x="14937774" y="5834513"/>
            <a:ext cx="2695800" cy="769500"/>
          </a:xfrm>
          <a:prstGeom prst="rect">
            <a:avLst/>
          </a:prstGeom>
          <a:noFill/>
          <a:ln>
            <a:noFill/>
          </a:ln>
        </p:spPr>
        <p:txBody>
          <a:bodyPr anchorCtr="0" anchor="t" bIns="182850" lIns="182850" spcFirstLastPara="1" rIns="182850" wrap="square" tIns="182850">
            <a:spAutoFit/>
          </a:bodyPr>
          <a:lstStyle/>
          <a:p>
            <a:pPr indent="0" lvl="0" marL="0" rtl="0" algn="r">
              <a:spcBef>
                <a:spcPts val="0"/>
              </a:spcBef>
              <a:spcAft>
                <a:spcPts val="0"/>
              </a:spcAft>
              <a:buNone/>
            </a:pPr>
            <a:r>
              <a:rPr lang="pt-BR" sz="2600">
                <a:solidFill>
                  <a:srgbClr val="FCFBF3"/>
                </a:solidFill>
                <a:uFill>
                  <a:noFill/>
                </a:uFill>
                <a:latin typeface="Roboto Black"/>
                <a:ea typeface="Roboto Black"/>
                <a:cs typeface="Roboto Black"/>
                <a:sym typeface="Roboto Black"/>
                <a:hlinkClick r:id="rId6">
                  <a:extLst>
                    <a:ext uri="{A12FA001-AC4F-418D-AE19-62706E023703}">
                      <ahyp:hlinkClr val="tx"/>
                    </a:ext>
                  </a:extLst>
                </a:hlinkClick>
              </a:rPr>
              <a:t>@agenciaablab</a:t>
            </a:r>
            <a:endParaRPr sz="4000">
              <a:solidFill>
                <a:srgbClr val="FCFBF3"/>
              </a:solidFill>
              <a:latin typeface="Roboto Black"/>
              <a:ea typeface="Roboto Black"/>
              <a:cs typeface="Roboto Black"/>
              <a:sym typeface="Roboto Black"/>
            </a:endParaRPr>
          </a:p>
        </p:txBody>
      </p:sp>
      <p:sp>
        <p:nvSpPr>
          <p:cNvPr id="103" name="Google Shape;103;p24"/>
          <p:cNvSpPr txBox="1"/>
          <p:nvPr/>
        </p:nvSpPr>
        <p:spPr>
          <a:xfrm>
            <a:off x="880200" y="3875250"/>
            <a:ext cx="8846700" cy="2385900"/>
          </a:xfrm>
          <a:prstGeom prst="rect">
            <a:avLst/>
          </a:prstGeom>
          <a:noFill/>
          <a:ln>
            <a:noFill/>
          </a:ln>
        </p:spPr>
        <p:txBody>
          <a:bodyPr anchorCtr="0" anchor="t" bIns="38100" lIns="38100" spcFirstLastPara="1" rIns="38100" wrap="square" tIns="38100">
            <a:spAutoFit/>
          </a:bodyPr>
          <a:lstStyle/>
          <a:p>
            <a:pPr indent="0" lvl="0" marL="0" marR="0" rtl="0" algn="l">
              <a:lnSpc>
                <a:spcPct val="100000"/>
              </a:lnSpc>
              <a:spcBef>
                <a:spcPts val="0"/>
              </a:spcBef>
              <a:spcAft>
                <a:spcPts val="0"/>
              </a:spcAft>
              <a:buClr>
                <a:srgbClr val="322662"/>
              </a:buClr>
              <a:buSzPts val="21200"/>
              <a:buFont typeface="Arial"/>
              <a:buNone/>
            </a:pPr>
            <a:r>
              <a:rPr i="0" lang="pt-BR" sz="15000" u="none" cap="none" strike="noStrike">
                <a:solidFill>
                  <a:schemeClr val="dk1"/>
                </a:solidFill>
                <a:latin typeface="Roboto Thin"/>
                <a:ea typeface="Roboto Thin"/>
                <a:cs typeface="Roboto Thin"/>
                <a:sym typeface="Roboto Thin"/>
              </a:rPr>
              <a:t>obrigad</a:t>
            </a:r>
            <a:endParaRPr i="0" sz="15000" u="none" cap="none" strike="noStrike">
              <a:solidFill>
                <a:schemeClr val="dk1"/>
              </a:solidFill>
              <a:latin typeface="Roboto Thin"/>
              <a:ea typeface="Roboto Thin"/>
              <a:cs typeface="Roboto Thin"/>
              <a:sym typeface="Roboto Thin"/>
            </a:endParaRPr>
          </a:p>
        </p:txBody>
      </p:sp>
      <p:pic>
        <p:nvPicPr>
          <p:cNvPr id="104" name="Google Shape;104;p24"/>
          <p:cNvPicPr preferRelativeResize="0"/>
          <p:nvPr/>
        </p:nvPicPr>
        <p:blipFill>
          <a:blip r:embed="rId7">
            <a:alphaModFix/>
          </a:blip>
          <a:stretch>
            <a:fillRect/>
          </a:stretch>
        </p:blipFill>
        <p:spPr>
          <a:xfrm>
            <a:off x="7172100" y="5722725"/>
            <a:ext cx="1956900" cy="17095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2">
  <p:cSld name="TITLE_2">
    <p:spTree>
      <p:nvGrpSpPr>
        <p:cNvPr id="105" name="Shape 105"/>
        <p:cNvGrpSpPr/>
        <p:nvPr/>
      </p:nvGrpSpPr>
      <p:grpSpPr>
        <a:xfrm>
          <a:off x="0" y="0"/>
          <a:ext cx="0" cy="0"/>
          <a:chOff x="0" y="0"/>
          <a:chExt cx="0" cy="0"/>
        </a:xfrm>
      </p:grpSpPr>
      <p:sp>
        <p:nvSpPr>
          <p:cNvPr id="106" name="Google Shape;106;p25"/>
          <p:cNvSpPr txBox="1"/>
          <p:nvPr>
            <p:ph type="ctrTitle"/>
          </p:nvPr>
        </p:nvSpPr>
        <p:spPr>
          <a:xfrm>
            <a:off x="623417" y="1489150"/>
            <a:ext cx="17041200" cy="41052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0400"/>
              <a:buChar char="●"/>
              <a:defRPr sz="10400"/>
            </a:lvl1pPr>
            <a:lvl2pPr lvl="1" algn="ctr">
              <a:spcBef>
                <a:spcPts val="0"/>
              </a:spcBef>
              <a:spcAft>
                <a:spcPts val="0"/>
              </a:spcAft>
              <a:buSzPts val="10400"/>
              <a:buChar char="○"/>
              <a:defRPr sz="10400"/>
            </a:lvl2pPr>
            <a:lvl3pPr lvl="2" algn="ctr">
              <a:spcBef>
                <a:spcPts val="0"/>
              </a:spcBef>
              <a:spcAft>
                <a:spcPts val="0"/>
              </a:spcAft>
              <a:buSzPts val="10400"/>
              <a:buChar char="■"/>
              <a:defRPr sz="10400"/>
            </a:lvl3pPr>
            <a:lvl4pPr lvl="3" algn="ctr">
              <a:spcBef>
                <a:spcPts val="0"/>
              </a:spcBef>
              <a:spcAft>
                <a:spcPts val="0"/>
              </a:spcAft>
              <a:buSzPts val="10400"/>
              <a:buChar char="●"/>
              <a:defRPr sz="10400"/>
            </a:lvl4pPr>
            <a:lvl5pPr lvl="4" algn="ctr">
              <a:spcBef>
                <a:spcPts val="0"/>
              </a:spcBef>
              <a:spcAft>
                <a:spcPts val="0"/>
              </a:spcAft>
              <a:buSzPts val="10400"/>
              <a:buChar char="○"/>
              <a:defRPr sz="10400"/>
            </a:lvl5pPr>
            <a:lvl6pPr lvl="5" algn="ctr">
              <a:spcBef>
                <a:spcPts val="0"/>
              </a:spcBef>
              <a:spcAft>
                <a:spcPts val="0"/>
              </a:spcAft>
              <a:buSzPts val="10400"/>
              <a:buChar char="■"/>
              <a:defRPr sz="10400"/>
            </a:lvl6pPr>
            <a:lvl7pPr lvl="6" algn="ctr">
              <a:spcBef>
                <a:spcPts val="0"/>
              </a:spcBef>
              <a:spcAft>
                <a:spcPts val="0"/>
              </a:spcAft>
              <a:buSzPts val="10400"/>
              <a:buChar char="●"/>
              <a:defRPr sz="10400"/>
            </a:lvl7pPr>
            <a:lvl8pPr lvl="7" algn="ctr">
              <a:spcBef>
                <a:spcPts val="0"/>
              </a:spcBef>
              <a:spcAft>
                <a:spcPts val="0"/>
              </a:spcAft>
              <a:buSzPts val="10400"/>
              <a:buChar char="○"/>
              <a:defRPr sz="10400"/>
            </a:lvl8pPr>
            <a:lvl9pPr lvl="8" algn="ctr">
              <a:spcBef>
                <a:spcPts val="0"/>
              </a:spcBef>
              <a:spcAft>
                <a:spcPts val="0"/>
              </a:spcAft>
              <a:buSzPts val="10400"/>
              <a:buChar char="■"/>
              <a:defRPr sz="10400"/>
            </a:lvl9pPr>
          </a:lstStyle>
          <a:p/>
        </p:txBody>
      </p:sp>
      <p:sp>
        <p:nvSpPr>
          <p:cNvPr id="107" name="Google Shape;107;p25"/>
          <p:cNvSpPr txBox="1"/>
          <p:nvPr>
            <p:ph idx="1" type="subTitle"/>
          </p:nvPr>
        </p:nvSpPr>
        <p:spPr>
          <a:xfrm>
            <a:off x="623400" y="5668250"/>
            <a:ext cx="17041200" cy="1585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08" name="Google Shape;108;p25"/>
          <p:cNvSpPr txBox="1"/>
          <p:nvPr>
            <p:ph idx="12" type="sldNum"/>
          </p:nvPr>
        </p:nvSpPr>
        <p:spPr>
          <a:xfrm>
            <a:off x="16944916" y="9326434"/>
            <a:ext cx="1097400" cy="7872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1 2">
  <p:cSld name="Slide de título 1">
    <p:bg>
      <p:bgPr>
        <a:solidFill>
          <a:schemeClr val="dk1"/>
        </a:solidFill>
      </p:bgPr>
    </p:bg>
    <p:spTree>
      <p:nvGrpSpPr>
        <p:cNvPr id="109" name="Shape 109"/>
        <p:cNvGrpSpPr/>
        <p:nvPr/>
      </p:nvGrpSpPr>
      <p:grpSpPr>
        <a:xfrm>
          <a:off x="0" y="0"/>
          <a:ext cx="0" cy="0"/>
          <a:chOff x="0" y="0"/>
          <a:chExt cx="0" cy="0"/>
        </a:xfrm>
      </p:grpSpPr>
      <p:grpSp>
        <p:nvGrpSpPr>
          <p:cNvPr id="110" name="Google Shape;110;p26"/>
          <p:cNvGrpSpPr/>
          <p:nvPr/>
        </p:nvGrpSpPr>
        <p:grpSpPr>
          <a:xfrm>
            <a:off x="16648614" y="191841"/>
            <a:ext cx="1437004" cy="264572"/>
            <a:chOff x="5037550" y="3023250"/>
            <a:chExt cx="3315652" cy="610738"/>
          </a:xfrm>
        </p:grpSpPr>
        <p:pic>
          <p:nvPicPr>
            <p:cNvPr id="111" name="Google Shape;111;p26"/>
            <p:cNvPicPr preferRelativeResize="0"/>
            <p:nvPr/>
          </p:nvPicPr>
          <p:blipFill rotWithShape="1">
            <a:blip r:embed="rId2">
              <a:alphaModFix/>
            </a:blip>
            <a:srcRect b="0" l="0" r="54179" t="0"/>
            <a:stretch/>
          </p:blipFill>
          <p:spPr>
            <a:xfrm>
              <a:off x="5037550" y="3023250"/>
              <a:ext cx="1619727" cy="602375"/>
            </a:xfrm>
            <a:prstGeom prst="rect">
              <a:avLst/>
            </a:prstGeom>
            <a:noFill/>
            <a:ln>
              <a:noFill/>
            </a:ln>
          </p:spPr>
        </p:pic>
        <p:pic>
          <p:nvPicPr>
            <p:cNvPr id="112" name="Google Shape;112;p26"/>
            <p:cNvPicPr preferRelativeResize="0"/>
            <p:nvPr/>
          </p:nvPicPr>
          <p:blipFill rotWithShape="1">
            <a:blip r:embed="rId2">
              <a:alphaModFix/>
            </a:blip>
            <a:srcRect b="0" l="54179" r="0" t="0"/>
            <a:stretch/>
          </p:blipFill>
          <p:spPr>
            <a:xfrm>
              <a:off x="6733475" y="3031613"/>
              <a:ext cx="1619727" cy="602375"/>
            </a:xfrm>
            <a:prstGeom prst="rect">
              <a:avLst/>
            </a:prstGeom>
            <a:noFill/>
            <a:ln>
              <a:noFill/>
            </a:ln>
          </p:spPr>
        </p:pic>
      </p:grpSp>
      <p:sp>
        <p:nvSpPr>
          <p:cNvPr id="113" name="Google Shape;113;p26"/>
          <p:cNvSpPr txBox="1"/>
          <p:nvPr/>
        </p:nvSpPr>
        <p:spPr>
          <a:xfrm>
            <a:off x="4595018" y="83017"/>
            <a:ext cx="9097800" cy="523200"/>
          </a:xfrm>
          <a:prstGeom prst="rect">
            <a:avLst/>
          </a:prstGeom>
          <a:noFill/>
          <a:ln>
            <a:noFill/>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403748"/>
              </a:solidFill>
              <a:latin typeface="Roboto"/>
              <a:ea typeface="Roboto"/>
              <a:cs typeface="Roboto"/>
              <a:sym typeface="Roboto"/>
            </a:endParaRPr>
          </a:p>
        </p:txBody>
      </p:sp>
      <p:pic>
        <p:nvPicPr>
          <p:cNvPr id="114" name="Google Shape;114;p26"/>
          <p:cNvPicPr preferRelativeResize="0"/>
          <p:nvPr/>
        </p:nvPicPr>
        <p:blipFill rotWithShape="1">
          <a:blip r:embed="rId3">
            <a:alphaModFix/>
          </a:blip>
          <a:srcRect b="0" l="0" r="0" t="0"/>
          <a:stretch/>
        </p:blipFill>
        <p:spPr>
          <a:xfrm>
            <a:off x="204398" y="181661"/>
            <a:ext cx="509795" cy="3199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3">
    <p:spTree>
      <p:nvGrpSpPr>
        <p:cNvPr id="115" name="Shape 115"/>
        <p:cNvGrpSpPr/>
        <p:nvPr/>
      </p:nvGrpSpPr>
      <p:grpSpPr>
        <a:xfrm>
          <a:off x="0" y="0"/>
          <a:ext cx="0" cy="0"/>
          <a:chOff x="0" y="0"/>
          <a:chExt cx="0" cy="0"/>
        </a:xfrm>
      </p:grpSpPr>
      <p:sp>
        <p:nvSpPr>
          <p:cNvPr id="116" name="Google Shape;116;p27"/>
          <p:cNvSpPr txBox="1"/>
          <p:nvPr>
            <p:ph type="ctrTitle"/>
          </p:nvPr>
        </p:nvSpPr>
        <p:spPr>
          <a:xfrm>
            <a:off x="623417" y="1489150"/>
            <a:ext cx="17041200" cy="4105200"/>
          </a:xfrm>
          <a:prstGeom prst="rect">
            <a:avLst/>
          </a:prstGeom>
          <a:noFill/>
          <a:ln>
            <a:noFill/>
          </a:ln>
        </p:spPr>
        <p:txBody>
          <a:bodyPr anchorCtr="0" anchor="b" bIns="182850" lIns="182850" spcFirstLastPara="1" rIns="182850" wrap="square" tIns="182850">
            <a:normAutofit/>
          </a:bodyPr>
          <a:lstStyle>
            <a:lvl1pPr lvl="0" algn="ctr">
              <a:lnSpc>
                <a:spcPct val="100000"/>
              </a:lnSpc>
              <a:spcBef>
                <a:spcPts val="0"/>
              </a:spcBef>
              <a:spcAft>
                <a:spcPts val="0"/>
              </a:spcAft>
              <a:buSzPts val="10400"/>
              <a:buNone/>
              <a:defRPr sz="10400"/>
            </a:lvl1pPr>
            <a:lvl2pPr lvl="1" algn="ctr">
              <a:lnSpc>
                <a:spcPct val="100000"/>
              </a:lnSpc>
              <a:spcBef>
                <a:spcPts val="0"/>
              </a:spcBef>
              <a:spcAft>
                <a:spcPts val="0"/>
              </a:spcAft>
              <a:buSzPts val="10400"/>
              <a:buNone/>
              <a:defRPr sz="10400"/>
            </a:lvl2pPr>
            <a:lvl3pPr lvl="2" algn="ctr">
              <a:lnSpc>
                <a:spcPct val="100000"/>
              </a:lnSpc>
              <a:spcBef>
                <a:spcPts val="0"/>
              </a:spcBef>
              <a:spcAft>
                <a:spcPts val="0"/>
              </a:spcAft>
              <a:buSzPts val="10400"/>
              <a:buNone/>
              <a:defRPr sz="10400"/>
            </a:lvl3pPr>
            <a:lvl4pPr lvl="3" algn="ctr">
              <a:lnSpc>
                <a:spcPct val="100000"/>
              </a:lnSpc>
              <a:spcBef>
                <a:spcPts val="0"/>
              </a:spcBef>
              <a:spcAft>
                <a:spcPts val="0"/>
              </a:spcAft>
              <a:buSzPts val="10400"/>
              <a:buNone/>
              <a:defRPr sz="10400"/>
            </a:lvl4pPr>
            <a:lvl5pPr lvl="4" algn="ctr">
              <a:lnSpc>
                <a:spcPct val="100000"/>
              </a:lnSpc>
              <a:spcBef>
                <a:spcPts val="0"/>
              </a:spcBef>
              <a:spcAft>
                <a:spcPts val="0"/>
              </a:spcAft>
              <a:buSzPts val="10400"/>
              <a:buNone/>
              <a:defRPr sz="10400"/>
            </a:lvl5pPr>
            <a:lvl6pPr lvl="5" algn="ctr">
              <a:lnSpc>
                <a:spcPct val="100000"/>
              </a:lnSpc>
              <a:spcBef>
                <a:spcPts val="0"/>
              </a:spcBef>
              <a:spcAft>
                <a:spcPts val="0"/>
              </a:spcAft>
              <a:buSzPts val="10400"/>
              <a:buNone/>
              <a:defRPr sz="10400"/>
            </a:lvl6pPr>
            <a:lvl7pPr lvl="6" algn="ctr">
              <a:lnSpc>
                <a:spcPct val="100000"/>
              </a:lnSpc>
              <a:spcBef>
                <a:spcPts val="0"/>
              </a:spcBef>
              <a:spcAft>
                <a:spcPts val="0"/>
              </a:spcAft>
              <a:buSzPts val="10400"/>
              <a:buNone/>
              <a:defRPr sz="10400"/>
            </a:lvl7pPr>
            <a:lvl8pPr lvl="7" algn="ctr">
              <a:lnSpc>
                <a:spcPct val="100000"/>
              </a:lnSpc>
              <a:spcBef>
                <a:spcPts val="0"/>
              </a:spcBef>
              <a:spcAft>
                <a:spcPts val="0"/>
              </a:spcAft>
              <a:buSzPts val="10400"/>
              <a:buNone/>
              <a:defRPr sz="10400"/>
            </a:lvl8pPr>
            <a:lvl9pPr lvl="8" algn="ctr">
              <a:lnSpc>
                <a:spcPct val="100000"/>
              </a:lnSpc>
              <a:spcBef>
                <a:spcPts val="0"/>
              </a:spcBef>
              <a:spcAft>
                <a:spcPts val="0"/>
              </a:spcAft>
              <a:buSzPts val="10400"/>
              <a:buNone/>
              <a:defRPr sz="10400"/>
            </a:lvl9pPr>
          </a:lstStyle>
          <a:p/>
        </p:txBody>
      </p:sp>
      <p:sp>
        <p:nvSpPr>
          <p:cNvPr id="117" name="Google Shape;117;p27"/>
          <p:cNvSpPr txBox="1"/>
          <p:nvPr>
            <p:ph idx="1" type="subTitle"/>
          </p:nvPr>
        </p:nvSpPr>
        <p:spPr>
          <a:xfrm>
            <a:off x="623400" y="5668250"/>
            <a:ext cx="17041200" cy="1585200"/>
          </a:xfrm>
          <a:prstGeom prst="rect">
            <a:avLst/>
          </a:prstGeom>
          <a:noFill/>
          <a:ln>
            <a:noFill/>
          </a:ln>
        </p:spPr>
        <p:txBody>
          <a:bodyPr anchorCtr="0" anchor="t" bIns="182850" lIns="182850" spcFirstLastPara="1" rIns="182850" wrap="square" tIns="18285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18" name="Google Shape;118;p27"/>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20" name="Shape 120"/>
        <p:cNvGrpSpPr/>
        <p:nvPr/>
      </p:nvGrpSpPr>
      <p:grpSpPr>
        <a:xfrm>
          <a:off x="0" y="0"/>
          <a:ext cx="0" cy="0"/>
          <a:chOff x="0" y="0"/>
          <a:chExt cx="0" cy="0"/>
        </a:xfrm>
      </p:grpSpPr>
      <p:pic>
        <p:nvPicPr>
          <p:cNvPr id="121" name="Google Shape;121;p29"/>
          <p:cNvPicPr preferRelativeResize="0"/>
          <p:nvPr/>
        </p:nvPicPr>
        <p:blipFill>
          <a:blip r:embed="rId2">
            <a:alphaModFix/>
          </a:blip>
          <a:stretch>
            <a:fillRect/>
          </a:stretch>
        </p:blipFill>
        <p:spPr>
          <a:xfrm>
            <a:off x="-3" y="-39"/>
            <a:ext cx="18288005" cy="10287078"/>
          </a:xfrm>
          <a:prstGeom prst="rect">
            <a:avLst/>
          </a:prstGeom>
          <a:noFill/>
          <a:ln>
            <a:noFill/>
          </a:ln>
        </p:spPr>
      </p:pic>
      <p:pic>
        <p:nvPicPr>
          <p:cNvPr id="122" name="Google Shape;122;p29"/>
          <p:cNvPicPr preferRelativeResize="0"/>
          <p:nvPr/>
        </p:nvPicPr>
        <p:blipFill>
          <a:blip r:embed="rId3">
            <a:alphaModFix/>
          </a:blip>
          <a:stretch>
            <a:fillRect/>
          </a:stretch>
        </p:blipFill>
        <p:spPr>
          <a:xfrm>
            <a:off x="8452825" y="5708805"/>
            <a:ext cx="7694894" cy="1367775"/>
          </a:xfrm>
          <a:prstGeom prst="rect">
            <a:avLst/>
          </a:prstGeom>
          <a:noFill/>
          <a:ln>
            <a:noFill/>
          </a:ln>
        </p:spPr>
      </p:pic>
      <p:pic>
        <p:nvPicPr>
          <p:cNvPr id="123" name="Google Shape;123;p29"/>
          <p:cNvPicPr preferRelativeResize="0"/>
          <p:nvPr/>
        </p:nvPicPr>
        <p:blipFill>
          <a:blip r:embed="rId4">
            <a:alphaModFix/>
          </a:blip>
          <a:stretch>
            <a:fillRect/>
          </a:stretch>
        </p:blipFill>
        <p:spPr>
          <a:xfrm>
            <a:off x="14596625" y="5556540"/>
            <a:ext cx="1495325" cy="142500"/>
          </a:xfrm>
          <a:prstGeom prst="rect">
            <a:avLst/>
          </a:prstGeom>
          <a:noFill/>
          <a:ln>
            <a:noFill/>
          </a:ln>
        </p:spPr>
      </p:pic>
      <p:sp>
        <p:nvSpPr>
          <p:cNvPr id="124" name="Google Shape;124;p29"/>
          <p:cNvSpPr/>
          <p:nvPr/>
        </p:nvSpPr>
        <p:spPr>
          <a:xfrm>
            <a:off x="4227600" y="5378800"/>
            <a:ext cx="2950800" cy="2048400"/>
          </a:xfrm>
          <a:prstGeom prst="rect">
            <a:avLst/>
          </a:prstGeom>
          <a:solidFill>
            <a:srgbClr val="FCFBF3"/>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pic>
        <p:nvPicPr>
          <p:cNvPr id="125" name="Google Shape;125;p29"/>
          <p:cNvPicPr preferRelativeResize="0"/>
          <p:nvPr/>
        </p:nvPicPr>
        <p:blipFill rotWithShape="1">
          <a:blip r:embed="rId5">
            <a:alphaModFix/>
          </a:blip>
          <a:srcRect b="8011" l="12367" r="12360" t="8011"/>
          <a:stretch/>
        </p:blipFill>
        <p:spPr>
          <a:xfrm>
            <a:off x="3911651" y="5378800"/>
            <a:ext cx="3264139" cy="2048401"/>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1">
  <p:cSld name="TITLE_1">
    <p:bg>
      <p:bgPr>
        <a:solidFill>
          <a:schemeClr val="dk1"/>
        </a:solidFill>
      </p:bgPr>
    </p:bg>
    <p:spTree>
      <p:nvGrpSpPr>
        <p:cNvPr id="126" name="Shape 126"/>
        <p:cNvGrpSpPr/>
        <p:nvPr/>
      </p:nvGrpSpPr>
      <p:grpSpPr>
        <a:xfrm>
          <a:off x="0" y="0"/>
          <a:ext cx="0" cy="0"/>
          <a:chOff x="0" y="0"/>
          <a:chExt cx="0" cy="0"/>
        </a:xfrm>
      </p:grpSpPr>
      <p:grpSp>
        <p:nvGrpSpPr>
          <p:cNvPr id="127" name="Google Shape;127;p30"/>
          <p:cNvGrpSpPr/>
          <p:nvPr/>
        </p:nvGrpSpPr>
        <p:grpSpPr>
          <a:xfrm>
            <a:off x="16648615" y="191842"/>
            <a:ext cx="1437004" cy="264572"/>
            <a:chOff x="5037550" y="3023250"/>
            <a:chExt cx="3315653" cy="610738"/>
          </a:xfrm>
        </p:grpSpPr>
        <p:pic>
          <p:nvPicPr>
            <p:cNvPr id="128" name="Google Shape;128;p30"/>
            <p:cNvPicPr preferRelativeResize="0"/>
            <p:nvPr/>
          </p:nvPicPr>
          <p:blipFill rotWithShape="1">
            <a:blip r:embed="rId2">
              <a:alphaModFix/>
            </a:blip>
            <a:srcRect b="0" l="0" r="54179" t="0"/>
            <a:stretch/>
          </p:blipFill>
          <p:spPr>
            <a:xfrm>
              <a:off x="5037550" y="3023250"/>
              <a:ext cx="1619727" cy="602375"/>
            </a:xfrm>
            <a:prstGeom prst="rect">
              <a:avLst/>
            </a:prstGeom>
            <a:noFill/>
            <a:ln>
              <a:noFill/>
            </a:ln>
          </p:spPr>
        </p:pic>
        <p:pic>
          <p:nvPicPr>
            <p:cNvPr id="129" name="Google Shape;129;p30"/>
            <p:cNvPicPr preferRelativeResize="0"/>
            <p:nvPr/>
          </p:nvPicPr>
          <p:blipFill rotWithShape="1">
            <a:blip r:embed="rId2">
              <a:alphaModFix/>
            </a:blip>
            <a:srcRect b="0" l="54179" r="0" t="0"/>
            <a:stretch/>
          </p:blipFill>
          <p:spPr>
            <a:xfrm>
              <a:off x="6733475" y="3031613"/>
              <a:ext cx="1619727" cy="602375"/>
            </a:xfrm>
            <a:prstGeom prst="rect">
              <a:avLst/>
            </a:prstGeom>
            <a:noFill/>
            <a:ln>
              <a:noFill/>
            </a:ln>
          </p:spPr>
        </p:pic>
      </p:grpSp>
      <p:sp>
        <p:nvSpPr>
          <p:cNvPr id="130" name="Google Shape;130;p30"/>
          <p:cNvSpPr txBox="1"/>
          <p:nvPr/>
        </p:nvSpPr>
        <p:spPr>
          <a:xfrm>
            <a:off x="4595018" y="83017"/>
            <a:ext cx="9097800" cy="523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pt-BR" sz="1000">
                <a:solidFill>
                  <a:srgbClr val="403748"/>
                </a:solidFill>
                <a:latin typeface="Roboto"/>
                <a:ea typeface="Roboto"/>
                <a:cs typeface="Roboto"/>
                <a:sym typeface="Roboto"/>
              </a:rPr>
              <a:t>TÍTULO DA APRESENTAÇÃO • MUDAR ANTES DE COMEÇAR</a:t>
            </a:r>
            <a:endParaRPr sz="1000">
              <a:solidFill>
                <a:srgbClr val="403748"/>
              </a:solidFill>
              <a:latin typeface="Roboto"/>
              <a:ea typeface="Roboto"/>
              <a:cs typeface="Roboto"/>
              <a:sym typeface="Roboto"/>
            </a:endParaRPr>
          </a:p>
        </p:txBody>
      </p:sp>
      <p:pic>
        <p:nvPicPr>
          <p:cNvPr id="131" name="Google Shape;131;p30"/>
          <p:cNvPicPr preferRelativeResize="0"/>
          <p:nvPr/>
        </p:nvPicPr>
        <p:blipFill>
          <a:blip r:embed="rId3">
            <a:alphaModFix/>
          </a:blip>
          <a:stretch>
            <a:fillRect/>
          </a:stretch>
        </p:blipFill>
        <p:spPr>
          <a:xfrm>
            <a:off x="204398" y="181661"/>
            <a:ext cx="509795" cy="319900"/>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1 1">
  <p:cSld name="TITLE_1_1">
    <p:bg>
      <p:bgPr>
        <a:solidFill>
          <a:srgbClr val="403748"/>
        </a:solidFill>
      </p:bgPr>
    </p:bg>
    <p:spTree>
      <p:nvGrpSpPr>
        <p:cNvPr id="132" name="Shape 132"/>
        <p:cNvGrpSpPr/>
        <p:nvPr/>
      </p:nvGrpSpPr>
      <p:grpSpPr>
        <a:xfrm>
          <a:off x="0" y="0"/>
          <a:ext cx="0" cy="0"/>
          <a:chOff x="0" y="0"/>
          <a:chExt cx="0" cy="0"/>
        </a:xfrm>
      </p:grpSpPr>
      <p:sp>
        <p:nvSpPr>
          <p:cNvPr id="133" name="Google Shape;133;p31"/>
          <p:cNvSpPr txBox="1"/>
          <p:nvPr/>
        </p:nvSpPr>
        <p:spPr>
          <a:xfrm>
            <a:off x="4595018" y="83017"/>
            <a:ext cx="9097800" cy="523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pt-BR" sz="1000">
                <a:solidFill>
                  <a:srgbClr val="FCFBF3"/>
                </a:solidFill>
                <a:latin typeface="Roboto"/>
                <a:ea typeface="Roboto"/>
                <a:cs typeface="Roboto"/>
                <a:sym typeface="Roboto"/>
              </a:rPr>
              <a:t>TÍTULO DA APRESENTAÇÃO • MUDAR ANTES DE COMEÇAR</a:t>
            </a:r>
            <a:endParaRPr sz="1000">
              <a:solidFill>
                <a:srgbClr val="FCFBF3"/>
              </a:solidFill>
              <a:latin typeface="Roboto"/>
              <a:ea typeface="Roboto"/>
              <a:cs typeface="Roboto"/>
              <a:sym typeface="Roboto"/>
            </a:endParaRPr>
          </a:p>
        </p:txBody>
      </p:sp>
      <p:pic>
        <p:nvPicPr>
          <p:cNvPr id="134" name="Google Shape;134;p31"/>
          <p:cNvPicPr preferRelativeResize="0"/>
          <p:nvPr/>
        </p:nvPicPr>
        <p:blipFill>
          <a:blip r:embed="rId2">
            <a:alphaModFix/>
          </a:blip>
          <a:stretch>
            <a:fillRect/>
          </a:stretch>
        </p:blipFill>
        <p:spPr>
          <a:xfrm>
            <a:off x="204398" y="181661"/>
            <a:ext cx="509795" cy="319900"/>
          </a:xfrm>
          <a:prstGeom prst="rect">
            <a:avLst/>
          </a:prstGeom>
          <a:noFill/>
          <a:ln>
            <a:noFill/>
          </a:ln>
        </p:spPr>
      </p:pic>
      <p:pic>
        <p:nvPicPr>
          <p:cNvPr id="135" name="Google Shape;135;p31"/>
          <p:cNvPicPr preferRelativeResize="0"/>
          <p:nvPr/>
        </p:nvPicPr>
        <p:blipFill rotWithShape="1">
          <a:blip r:embed="rId3">
            <a:alphaModFix/>
          </a:blip>
          <a:srcRect b="0" l="0" r="52320" t="0"/>
          <a:stretch/>
        </p:blipFill>
        <p:spPr>
          <a:xfrm>
            <a:off x="16649912" y="196950"/>
            <a:ext cx="712200" cy="254000"/>
          </a:xfrm>
          <a:prstGeom prst="rect">
            <a:avLst/>
          </a:prstGeom>
          <a:noFill/>
          <a:ln>
            <a:noFill/>
          </a:ln>
        </p:spPr>
      </p:pic>
      <p:pic>
        <p:nvPicPr>
          <p:cNvPr id="136" name="Google Shape;136;p31"/>
          <p:cNvPicPr preferRelativeResize="0"/>
          <p:nvPr/>
        </p:nvPicPr>
        <p:blipFill rotWithShape="1">
          <a:blip r:embed="rId3">
            <a:alphaModFix/>
          </a:blip>
          <a:srcRect b="4280" l="54518" r="-2198" t="-4280"/>
          <a:stretch/>
        </p:blipFill>
        <p:spPr>
          <a:xfrm>
            <a:off x="17389768" y="191523"/>
            <a:ext cx="712200" cy="2540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1 1 1">
  <p:cSld name="TITLE_1_1_1">
    <p:bg>
      <p:bgPr>
        <a:solidFill>
          <a:srgbClr val="403748"/>
        </a:solidFill>
      </p:bgPr>
    </p:bg>
    <p:spTree>
      <p:nvGrpSpPr>
        <p:cNvPr id="137" name="Shape 137"/>
        <p:cNvGrpSpPr/>
        <p:nvPr/>
      </p:nvGrpSpPr>
      <p:grpSpPr>
        <a:xfrm>
          <a:off x="0" y="0"/>
          <a:ext cx="0" cy="0"/>
          <a:chOff x="0" y="0"/>
          <a:chExt cx="0" cy="0"/>
        </a:xfrm>
      </p:grpSpPr>
      <p:pic>
        <p:nvPicPr>
          <p:cNvPr id="138" name="Google Shape;138;p32"/>
          <p:cNvPicPr preferRelativeResize="0"/>
          <p:nvPr/>
        </p:nvPicPr>
        <p:blipFill rotWithShape="1">
          <a:blip r:embed="rId2">
            <a:alphaModFix amt="14000"/>
          </a:blip>
          <a:srcRect b="27751" l="23950" r="1323" t="1110"/>
          <a:stretch/>
        </p:blipFill>
        <p:spPr>
          <a:xfrm>
            <a:off x="0" y="0"/>
            <a:ext cx="17222226" cy="10287000"/>
          </a:xfrm>
          <a:prstGeom prst="rect">
            <a:avLst/>
          </a:prstGeom>
          <a:noFill/>
          <a:ln>
            <a:noFill/>
          </a:ln>
        </p:spPr>
      </p:pic>
      <p:pic>
        <p:nvPicPr>
          <p:cNvPr id="139" name="Google Shape;139;p32"/>
          <p:cNvPicPr preferRelativeResize="0"/>
          <p:nvPr/>
        </p:nvPicPr>
        <p:blipFill>
          <a:blip r:embed="rId3">
            <a:alphaModFix/>
          </a:blip>
          <a:stretch>
            <a:fillRect/>
          </a:stretch>
        </p:blipFill>
        <p:spPr>
          <a:xfrm>
            <a:off x="15139506" y="4244624"/>
            <a:ext cx="2355500" cy="1478100"/>
          </a:xfrm>
          <a:prstGeom prst="rect">
            <a:avLst/>
          </a:prstGeom>
          <a:noFill/>
          <a:ln>
            <a:noFill/>
          </a:ln>
        </p:spPr>
      </p:pic>
      <p:grpSp>
        <p:nvGrpSpPr>
          <p:cNvPr id="140" name="Google Shape;140;p32"/>
          <p:cNvGrpSpPr/>
          <p:nvPr/>
        </p:nvGrpSpPr>
        <p:grpSpPr>
          <a:xfrm>
            <a:off x="15157084" y="3682980"/>
            <a:ext cx="2355526" cy="420869"/>
            <a:chOff x="8324956" y="95761"/>
            <a:chExt cx="726028" cy="129714"/>
          </a:xfrm>
        </p:grpSpPr>
        <p:pic>
          <p:nvPicPr>
            <p:cNvPr id="141" name="Google Shape;141;p32"/>
            <p:cNvPicPr preferRelativeResize="0"/>
            <p:nvPr/>
          </p:nvPicPr>
          <p:blipFill rotWithShape="1">
            <a:blip r:embed="rId4">
              <a:alphaModFix/>
            </a:blip>
            <a:srcRect b="0" l="0" r="52320" t="0"/>
            <a:stretch/>
          </p:blipFill>
          <p:spPr>
            <a:xfrm>
              <a:off x="8324956" y="98475"/>
              <a:ext cx="356100" cy="127000"/>
            </a:xfrm>
            <a:prstGeom prst="rect">
              <a:avLst/>
            </a:prstGeom>
            <a:noFill/>
            <a:ln>
              <a:noFill/>
            </a:ln>
          </p:spPr>
        </p:pic>
        <p:pic>
          <p:nvPicPr>
            <p:cNvPr id="142" name="Google Shape;142;p32"/>
            <p:cNvPicPr preferRelativeResize="0"/>
            <p:nvPr/>
          </p:nvPicPr>
          <p:blipFill rotWithShape="1">
            <a:blip r:embed="rId4">
              <a:alphaModFix/>
            </a:blip>
            <a:srcRect b="4280" l="54518" r="-2198" t="-4280"/>
            <a:stretch/>
          </p:blipFill>
          <p:spPr>
            <a:xfrm>
              <a:off x="8694884" y="95761"/>
              <a:ext cx="356100" cy="127000"/>
            </a:xfrm>
            <a:prstGeom prst="rect">
              <a:avLst/>
            </a:prstGeom>
            <a:noFill/>
            <a:ln>
              <a:noFill/>
            </a:ln>
          </p:spPr>
        </p:pic>
      </p:grpSp>
      <p:sp>
        <p:nvSpPr>
          <p:cNvPr id="143" name="Google Shape;143;p32"/>
          <p:cNvSpPr txBox="1"/>
          <p:nvPr/>
        </p:nvSpPr>
        <p:spPr>
          <a:xfrm>
            <a:off x="10511747" y="9451450"/>
            <a:ext cx="6983400" cy="523200"/>
          </a:xfrm>
          <a:prstGeom prst="rect">
            <a:avLst/>
          </a:prstGeom>
          <a:noFill/>
          <a:ln>
            <a:noFill/>
          </a:ln>
        </p:spPr>
        <p:txBody>
          <a:bodyPr anchorCtr="0" anchor="b" bIns="45700" lIns="45700" spcFirstLastPara="1" rIns="45700" wrap="square" tIns="45700">
            <a:noAutofit/>
          </a:bodyPr>
          <a:lstStyle/>
          <a:p>
            <a:pPr indent="0" lvl="0" marL="0" marR="0" rtl="0" algn="r">
              <a:lnSpc>
                <a:spcPct val="115000"/>
              </a:lnSpc>
              <a:spcBef>
                <a:spcPts val="0"/>
              </a:spcBef>
              <a:spcAft>
                <a:spcPts val="0"/>
              </a:spcAft>
              <a:buClr>
                <a:srgbClr val="FFFFFF"/>
              </a:buClr>
              <a:buSzPts val="1600"/>
              <a:buFont typeface="Arial"/>
              <a:buNone/>
            </a:pPr>
            <a:r>
              <a:rPr lang="pt-BR" u="sng">
                <a:solidFill>
                  <a:srgbClr val="FFFFFF"/>
                </a:solidFill>
                <a:latin typeface="Roboto Light"/>
                <a:ea typeface="Roboto Light"/>
                <a:cs typeface="Roboto Light"/>
                <a:sym typeface="Roboto Light"/>
                <a:hlinkClick r:id="rId5">
                  <a:extLst>
                    <a:ext uri="{A12FA001-AC4F-418D-AE19-62706E023703}">
                      <ahyp:hlinkClr val="tx"/>
                    </a:ext>
                  </a:extLst>
                </a:hlinkClick>
              </a:rPr>
              <a:t>ablab.com.br</a:t>
            </a:r>
            <a:r>
              <a:rPr lang="pt-BR">
                <a:solidFill>
                  <a:srgbClr val="FFFFFF"/>
                </a:solidFill>
                <a:latin typeface="Roboto Light"/>
                <a:ea typeface="Roboto Light"/>
                <a:cs typeface="Roboto Light"/>
                <a:sym typeface="Roboto Light"/>
              </a:rPr>
              <a:t> • +55 11 3060.5890</a:t>
            </a:r>
            <a:endParaRPr>
              <a:solidFill>
                <a:srgbClr val="FFFFFF"/>
              </a:solidFill>
              <a:latin typeface="Roboto Light"/>
              <a:ea typeface="Roboto Light"/>
              <a:cs typeface="Roboto Light"/>
              <a:sym typeface="Roboto Light"/>
            </a:endParaRPr>
          </a:p>
          <a:p>
            <a:pPr indent="0" lvl="0" marL="0" marR="0" rtl="0" algn="r">
              <a:lnSpc>
                <a:spcPct val="115000"/>
              </a:lnSpc>
              <a:spcBef>
                <a:spcPts val="0"/>
              </a:spcBef>
              <a:spcAft>
                <a:spcPts val="0"/>
              </a:spcAft>
              <a:buClr>
                <a:srgbClr val="FFFFFF"/>
              </a:buClr>
              <a:buSzPts val="1600"/>
              <a:buFont typeface="Arial"/>
              <a:buNone/>
            </a:pPr>
            <a:r>
              <a:rPr i="0" lang="pt-BR" sz="1400" u="none" cap="none" strike="noStrike">
                <a:solidFill>
                  <a:srgbClr val="FFFFFF"/>
                </a:solidFill>
                <a:latin typeface="Roboto Light"/>
                <a:ea typeface="Roboto Light"/>
                <a:cs typeface="Roboto Light"/>
                <a:sym typeface="Roboto Light"/>
              </a:rPr>
              <a:t>rua </a:t>
            </a:r>
            <a:r>
              <a:rPr lang="pt-BR">
                <a:solidFill>
                  <a:srgbClr val="FFFFFF"/>
                </a:solidFill>
                <a:latin typeface="Roboto Light"/>
                <a:ea typeface="Roboto Light"/>
                <a:cs typeface="Roboto Light"/>
                <a:sym typeface="Roboto Light"/>
              </a:rPr>
              <a:t>cardeal arcoverde, 359 - 11º andar - pinheiros</a:t>
            </a:r>
            <a:r>
              <a:rPr i="0" lang="pt-BR" sz="1400" u="none" cap="none" strike="noStrike">
                <a:solidFill>
                  <a:srgbClr val="FFFFFF"/>
                </a:solidFill>
                <a:latin typeface="Roboto Light"/>
                <a:ea typeface="Roboto Light"/>
                <a:cs typeface="Roboto Light"/>
                <a:sym typeface="Roboto Light"/>
              </a:rPr>
              <a:t>, sp</a:t>
            </a:r>
            <a:endParaRPr i="0" sz="1000" u="none" cap="none" strike="noStrike">
              <a:solidFill>
                <a:srgbClr val="000000"/>
              </a:solidFill>
              <a:latin typeface="Roboto Light"/>
              <a:ea typeface="Roboto Light"/>
              <a:cs typeface="Roboto Light"/>
              <a:sym typeface="Roboto Light"/>
            </a:endParaRPr>
          </a:p>
        </p:txBody>
      </p:sp>
      <p:sp>
        <p:nvSpPr>
          <p:cNvPr id="144" name="Google Shape;144;p32"/>
          <p:cNvSpPr txBox="1"/>
          <p:nvPr/>
        </p:nvSpPr>
        <p:spPr>
          <a:xfrm>
            <a:off x="14937774" y="5834513"/>
            <a:ext cx="2695800" cy="769500"/>
          </a:xfrm>
          <a:prstGeom prst="rect">
            <a:avLst/>
          </a:prstGeom>
          <a:noFill/>
          <a:ln>
            <a:noFill/>
          </a:ln>
        </p:spPr>
        <p:txBody>
          <a:bodyPr anchorCtr="0" anchor="t" bIns="182850" lIns="182850" spcFirstLastPara="1" rIns="182850" wrap="square" tIns="182850">
            <a:spAutoFit/>
          </a:bodyPr>
          <a:lstStyle/>
          <a:p>
            <a:pPr indent="0" lvl="0" marL="0" rtl="0" algn="r">
              <a:spcBef>
                <a:spcPts val="0"/>
              </a:spcBef>
              <a:spcAft>
                <a:spcPts val="0"/>
              </a:spcAft>
              <a:buNone/>
            </a:pPr>
            <a:r>
              <a:rPr lang="pt-BR" sz="2600">
                <a:solidFill>
                  <a:srgbClr val="FCFBF3"/>
                </a:solidFill>
                <a:uFill>
                  <a:noFill/>
                </a:uFill>
                <a:latin typeface="Roboto Black"/>
                <a:ea typeface="Roboto Black"/>
                <a:cs typeface="Roboto Black"/>
                <a:sym typeface="Roboto Black"/>
                <a:hlinkClick r:id="rId6">
                  <a:extLst>
                    <a:ext uri="{A12FA001-AC4F-418D-AE19-62706E023703}">
                      <ahyp:hlinkClr val="tx"/>
                    </a:ext>
                  </a:extLst>
                </a:hlinkClick>
              </a:rPr>
              <a:t>@agenciaablab</a:t>
            </a:r>
            <a:endParaRPr sz="4000">
              <a:solidFill>
                <a:srgbClr val="FCFBF3"/>
              </a:solidFill>
              <a:latin typeface="Roboto Black"/>
              <a:ea typeface="Roboto Black"/>
              <a:cs typeface="Roboto Black"/>
              <a:sym typeface="Roboto Black"/>
            </a:endParaRPr>
          </a:p>
        </p:txBody>
      </p:sp>
      <p:sp>
        <p:nvSpPr>
          <p:cNvPr id="145" name="Google Shape;145;p32"/>
          <p:cNvSpPr txBox="1"/>
          <p:nvPr/>
        </p:nvSpPr>
        <p:spPr>
          <a:xfrm>
            <a:off x="880200" y="3875250"/>
            <a:ext cx="8846700" cy="2385900"/>
          </a:xfrm>
          <a:prstGeom prst="rect">
            <a:avLst/>
          </a:prstGeom>
          <a:noFill/>
          <a:ln>
            <a:noFill/>
          </a:ln>
        </p:spPr>
        <p:txBody>
          <a:bodyPr anchorCtr="0" anchor="t" bIns="38100" lIns="38100" spcFirstLastPara="1" rIns="38100" wrap="square" tIns="38100">
            <a:spAutoFit/>
          </a:bodyPr>
          <a:lstStyle/>
          <a:p>
            <a:pPr indent="0" lvl="0" marL="0" marR="0" rtl="0" algn="l">
              <a:lnSpc>
                <a:spcPct val="100000"/>
              </a:lnSpc>
              <a:spcBef>
                <a:spcPts val="0"/>
              </a:spcBef>
              <a:spcAft>
                <a:spcPts val="0"/>
              </a:spcAft>
              <a:buClr>
                <a:srgbClr val="322662"/>
              </a:buClr>
              <a:buSzPts val="21200"/>
              <a:buFont typeface="Arial"/>
              <a:buNone/>
            </a:pPr>
            <a:r>
              <a:rPr i="0" lang="pt-BR" sz="15000" u="none" cap="none" strike="noStrike">
                <a:solidFill>
                  <a:schemeClr val="dk1"/>
                </a:solidFill>
                <a:latin typeface="Roboto Thin"/>
                <a:ea typeface="Roboto Thin"/>
                <a:cs typeface="Roboto Thin"/>
                <a:sym typeface="Roboto Thin"/>
              </a:rPr>
              <a:t>obrigad</a:t>
            </a:r>
            <a:endParaRPr i="0" sz="15000" u="none" cap="none" strike="noStrike">
              <a:solidFill>
                <a:schemeClr val="dk1"/>
              </a:solidFill>
              <a:latin typeface="Roboto Thin"/>
              <a:ea typeface="Roboto Thin"/>
              <a:cs typeface="Roboto Thin"/>
              <a:sym typeface="Roboto Thin"/>
            </a:endParaRPr>
          </a:p>
        </p:txBody>
      </p:sp>
      <p:pic>
        <p:nvPicPr>
          <p:cNvPr id="146" name="Google Shape;146;p32"/>
          <p:cNvPicPr preferRelativeResize="0"/>
          <p:nvPr/>
        </p:nvPicPr>
        <p:blipFill>
          <a:blip r:embed="rId7">
            <a:alphaModFix/>
          </a:blip>
          <a:stretch>
            <a:fillRect/>
          </a:stretch>
        </p:blipFill>
        <p:spPr>
          <a:xfrm>
            <a:off x="7172100" y="5722725"/>
            <a:ext cx="1956900" cy="1709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spcBef>
                <a:spcPts val="0"/>
              </a:spcBef>
              <a:spcAft>
                <a:spcPts val="0"/>
              </a:spcAft>
              <a:buClr>
                <a:schemeClr val="dk1"/>
              </a:buClr>
              <a:buSzPts val="5600"/>
              <a:buNone/>
              <a:defRPr sz="5600">
                <a:solidFill>
                  <a:schemeClr val="dk1"/>
                </a:solidFill>
              </a:defRPr>
            </a:lvl1pPr>
            <a:lvl2pPr lvl="1">
              <a:spcBef>
                <a:spcPts val="0"/>
              </a:spcBef>
              <a:spcAft>
                <a:spcPts val="0"/>
              </a:spcAft>
              <a:buClr>
                <a:schemeClr val="dk1"/>
              </a:buClr>
              <a:buSzPts val="5600"/>
              <a:buNone/>
              <a:defRPr sz="5600">
                <a:solidFill>
                  <a:schemeClr val="dk1"/>
                </a:solidFill>
              </a:defRPr>
            </a:lvl2pPr>
            <a:lvl3pPr lvl="2">
              <a:spcBef>
                <a:spcPts val="0"/>
              </a:spcBef>
              <a:spcAft>
                <a:spcPts val="0"/>
              </a:spcAft>
              <a:buClr>
                <a:schemeClr val="dk1"/>
              </a:buClr>
              <a:buSzPts val="5600"/>
              <a:buNone/>
              <a:defRPr sz="5600">
                <a:solidFill>
                  <a:schemeClr val="dk1"/>
                </a:solidFill>
              </a:defRPr>
            </a:lvl3pPr>
            <a:lvl4pPr lvl="3">
              <a:spcBef>
                <a:spcPts val="0"/>
              </a:spcBef>
              <a:spcAft>
                <a:spcPts val="0"/>
              </a:spcAft>
              <a:buClr>
                <a:schemeClr val="dk1"/>
              </a:buClr>
              <a:buSzPts val="5600"/>
              <a:buNone/>
              <a:defRPr sz="5600">
                <a:solidFill>
                  <a:schemeClr val="dk1"/>
                </a:solidFill>
              </a:defRPr>
            </a:lvl4pPr>
            <a:lvl5pPr lvl="4">
              <a:spcBef>
                <a:spcPts val="0"/>
              </a:spcBef>
              <a:spcAft>
                <a:spcPts val="0"/>
              </a:spcAft>
              <a:buClr>
                <a:schemeClr val="dk1"/>
              </a:buClr>
              <a:buSzPts val="5600"/>
              <a:buNone/>
              <a:defRPr sz="5600">
                <a:solidFill>
                  <a:schemeClr val="dk1"/>
                </a:solidFill>
              </a:defRPr>
            </a:lvl5pPr>
            <a:lvl6pPr lvl="5">
              <a:spcBef>
                <a:spcPts val="0"/>
              </a:spcBef>
              <a:spcAft>
                <a:spcPts val="0"/>
              </a:spcAft>
              <a:buClr>
                <a:schemeClr val="dk1"/>
              </a:buClr>
              <a:buSzPts val="5600"/>
              <a:buNone/>
              <a:defRPr sz="5600">
                <a:solidFill>
                  <a:schemeClr val="dk1"/>
                </a:solidFill>
              </a:defRPr>
            </a:lvl6pPr>
            <a:lvl7pPr lvl="6">
              <a:spcBef>
                <a:spcPts val="0"/>
              </a:spcBef>
              <a:spcAft>
                <a:spcPts val="0"/>
              </a:spcAft>
              <a:buClr>
                <a:schemeClr val="dk1"/>
              </a:buClr>
              <a:buSzPts val="5600"/>
              <a:buNone/>
              <a:defRPr sz="5600">
                <a:solidFill>
                  <a:schemeClr val="dk1"/>
                </a:solidFill>
              </a:defRPr>
            </a:lvl7pPr>
            <a:lvl8pPr lvl="7">
              <a:spcBef>
                <a:spcPts val="0"/>
              </a:spcBef>
              <a:spcAft>
                <a:spcPts val="0"/>
              </a:spcAft>
              <a:buClr>
                <a:schemeClr val="dk1"/>
              </a:buClr>
              <a:buSzPts val="5600"/>
              <a:buNone/>
              <a:defRPr sz="5600">
                <a:solidFill>
                  <a:schemeClr val="dk1"/>
                </a:solidFill>
              </a:defRPr>
            </a:lvl8pPr>
            <a:lvl9pPr lvl="8">
              <a:spcBef>
                <a:spcPts val="0"/>
              </a:spcBef>
              <a:spcAft>
                <a:spcPts val="0"/>
              </a:spcAft>
              <a:buClr>
                <a:schemeClr val="dk1"/>
              </a:buClr>
              <a:buSzPts val="5600"/>
              <a:buNone/>
              <a:defRPr sz="5600">
                <a:solidFill>
                  <a:schemeClr val="dk1"/>
                </a:solidFill>
              </a:defRPr>
            </a:lvl9pPr>
          </a:lstStyle>
          <a:p/>
        </p:txBody>
      </p:sp>
      <p:sp>
        <p:nvSpPr>
          <p:cNvPr id="7" name="Google Shape;7;p1"/>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nSpc>
                <a:spcPct val="115000"/>
              </a:lnSpc>
              <a:spcBef>
                <a:spcPts val="0"/>
              </a:spcBef>
              <a:spcAft>
                <a:spcPts val="0"/>
              </a:spcAft>
              <a:buClr>
                <a:schemeClr val="dk2"/>
              </a:buClr>
              <a:buSzPts val="3600"/>
              <a:buChar char="●"/>
              <a:defRPr sz="3600">
                <a:solidFill>
                  <a:schemeClr val="dk2"/>
                </a:solidFill>
              </a:defRPr>
            </a:lvl1pPr>
            <a:lvl2pPr indent="-406400" lvl="1" marL="914400">
              <a:lnSpc>
                <a:spcPct val="115000"/>
              </a:lnSpc>
              <a:spcBef>
                <a:spcPts val="0"/>
              </a:spcBef>
              <a:spcAft>
                <a:spcPts val="0"/>
              </a:spcAft>
              <a:buClr>
                <a:schemeClr val="dk2"/>
              </a:buClr>
              <a:buSzPts val="2800"/>
              <a:buChar char="○"/>
              <a:defRPr sz="2800">
                <a:solidFill>
                  <a:schemeClr val="dk2"/>
                </a:solidFill>
              </a:defRPr>
            </a:lvl2pPr>
            <a:lvl3pPr indent="-406400" lvl="2" marL="1371600">
              <a:lnSpc>
                <a:spcPct val="115000"/>
              </a:lnSpc>
              <a:spcBef>
                <a:spcPts val="0"/>
              </a:spcBef>
              <a:spcAft>
                <a:spcPts val="0"/>
              </a:spcAft>
              <a:buClr>
                <a:schemeClr val="dk2"/>
              </a:buClr>
              <a:buSzPts val="2800"/>
              <a:buChar char="■"/>
              <a:defRPr sz="2800">
                <a:solidFill>
                  <a:schemeClr val="dk2"/>
                </a:solidFill>
              </a:defRPr>
            </a:lvl3pPr>
            <a:lvl4pPr indent="-406400" lvl="3" marL="1828800">
              <a:lnSpc>
                <a:spcPct val="115000"/>
              </a:lnSpc>
              <a:spcBef>
                <a:spcPts val="0"/>
              </a:spcBef>
              <a:spcAft>
                <a:spcPts val="0"/>
              </a:spcAft>
              <a:buClr>
                <a:schemeClr val="dk2"/>
              </a:buClr>
              <a:buSzPts val="2800"/>
              <a:buChar char="●"/>
              <a:defRPr sz="2800">
                <a:solidFill>
                  <a:schemeClr val="dk2"/>
                </a:solidFill>
              </a:defRPr>
            </a:lvl4pPr>
            <a:lvl5pPr indent="-406400" lvl="4" marL="2286000">
              <a:lnSpc>
                <a:spcPct val="115000"/>
              </a:lnSpc>
              <a:spcBef>
                <a:spcPts val="0"/>
              </a:spcBef>
              <a:spcAft>
                <a:spcPts val="0"/>
              </a:spcAft>
              <a:buClr>
                <a:schemeClr val="dk2"/>
              </a:buClr>
              <a:buSzPts val="2800"/>
              <a:buChar char="○"/>
              <a:defRPr sz="2800">
                <a:solidFill>
                  <a:schemeClr val="dk2"/>
                </a:solidFill>
              </a:defRPr>
            </a:lvl5pPr>
            <a:lvl6pPr indent="-406400" lvl="5" marL="2743200">
              <a:lnSpc>
                <a:spcPct val="115000"/>
              </a:lnSpc>
              <a:spcBef>
                <a:spcPts val="0"/>
              </a:spcBef>
              <a:spcAft>
                <a:spcPts val="0"/>
              </a:spcAft>
              <a:buClr>
                <a:schemeClr val="dk2"/>
              </a:buClr>
              <a:buSzPts val="2800"/>
              <a:buChar char="■"/>
              <a:defRPr sz="2800">
                <a:solidFill>
                  <a:schemeClr val="dk2"/>
                </a:solidFill>
              </a:defRPr>
            </a:lvl6pPr>
            <a:lvl7pPr indent="-406400" lvl="6" marL="3200400">
              <a:lnSpc>
                <a:spcPct val="115000"/>
              </a:lnSpc>
              <a:spcBef>
                <a:spcPts val="0"/>
              </a:spcBef>
              <a:spcAft>
                <a:spcPts val="0"/>
              </a:spcAft>
              <a:buClr>
                <a:schemeClr val="dk2"/>
              </a:buClr>
              <a:buSzPts val="2800"/>
              <a:buChar char="●"/>
              <a:defRPr sz="2800">
                <a:solidFill>
                  <a:schemeClr val="dk2"/>
                </a:solidFill>
              </a:defRPr>
            </a:lvl7pPr>
            <a:lvl8pPr indent="-406400" lvl="7" marL="3657600">
              <a:lnSpc>
                <a:spcPct val="115000"/>
              </a:lnSpc>
              <a:spcBef>
                <a:spcPts val="0"/>
              </a:spcBef>
              <a:spcAft>
                <a:spcPts val="0"/>
              </a:spcAft>
              <a:buClr>
                <a:schemeClr val="dk2"/>
              </a:buClr>
              <a:buSzPts val="2800"/>
              <a:buChar char="○"/>
              <a:defRPr sz="2800">
                <a:solidFill>
                  <a:schemeClr val="dk2"/>
                </a:solidFill>
              </a:defRPr>
            </a:lvl8pPr>
            <a:lvl9pPr indent="-406400" lvl="8" marL="4114800">
              <a:lnSpc>
                <a:spcPct val="115000"/>
              </a:lnSpc>
              <a:spcBef>
                <a:spcPts val="0"/>
              </a:spcBef>
              <a:spcAft>
                <a:spcPts val="0"/>
              </a:spcAft>
              <a:buClr>
                <a:schemeClr val="dk2"/>
              </a:buClr>
              <a:buSzPts val="2800"/>
              <a:buChar char="■"/>
              <a:defRPr sz="2800">
                <a:solidFill>
                  <a:schemeClr val="dk2"/>
                </a:solidFill>
              </a:defRPr>
            </a:lvl9pPr>
          </a:lstStyle>
          <a:p/>
        </p:txBody>
      </p:sp>
      <p:sp>
        <p:nvSpPr>
          <p:cNvPr id="8" name="Google Shape;8;p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dk1"/>
        </a:solidFill>
      </p:bgPr>
    </p:bg>
    <p:spTree>
      <p:nvGrpSpPr>
        <p:cNvPr id="77" name="Shape 7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6" r:id="rId1"/>
    <p:sldLayoutId id="2147483667" r:id="rId2"/>
    <p:sldLayoutId id="2147483668" r:id="rId3"/>
    <p:sldLayoutId id="2147483669" r:id="rId4"/>
    <p:sldLayoutId id="2147483670" r:id="rId5"/>
    <p:sldLayoutId id="2147483671" r:id="rId6"/>
    <p:sldLayoutId id="2147483672"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dk1"/>
        </a:solidFill>
      </p:bgPr>
    </p:bg>
    <p:spTree>
      <p:nvGrpSpPr>
        <p:cNvPr id="119" name="Shape 11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 Id="rId3"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 Id="rId3"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19.png"/><Relationship Id="rId6"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2.xml"/><Relationship Id="rId3"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BF3"/>
        </a:solidFill>
      </p:bgPr>
    </p:bg>
    <p:spTree>
      <p:nvGrpSpPr>
        <p:cNvPr id="150" name="Shape 150"/>
        <p:cNvGrpSpPr/>
        <p:nvPr/>
      </p:nvGrpSpPr>
      <p:grpSpPr>
        <a:xfrm>
          <a:off x="0" y="0"/>
          <a:ext cx="0" cy="0"/>
          <a:chOff x="0" y="0"/>
          <a:chExt cx="0" cy="0"/>
        </a:xfrm>
      </p:grpSpPr>
      <p:pic>
        <p:nvPicPr>
          <p:cNvPr id="151" name="Google Shape;151;p33"/>
          <p:cNvPicPr preferRelativeResize="0"/>
          <p:nvPr/>
        </p:nvPicPr>
        <p:blipFill>
          <a:blip r:embed="rId3">
            <a:alphaModFix/>
          </a:blip>
          <a:stretch>
            <a:fillRect/>
          </a:stretch>
        </p:blipFill>
        <p:spPr>
          <a:xfrm>
            <a:off x="629997" y="-39"/>
            <a:ext cx="18288005" cy="10287078"/>
          </a:xfrm>
          <a:prstGeom prst="rect">
            <a:avLst/>
          </a:prstGeom>
          <a:noFill/>
          <a:ln>
            <a:noFill/>
          </a:ln>
        </p:spPr>
      </p:pic>
      <p:grpSp>
        <p:nvGrpSpPr>
          <p:cNvPr id="152" name="Google Shape;152;p33"/>
          <p:cNvGrpSpPr/>
          <p:nvPr/>
        </p:nvGrpSpPr>
        <p:grpSpPr>
          <a:xfrm>
            <a:off x="8452822" y="5699067"/>
            <a:ext cx="7673746" cy="1413493"/>
            <a:chOff x="5037550" y="3023250"/>
            <a:chExt cx="3315653" cy="610738"/>
          </a:xfrm>
        </p:grpSpPr>
        <p:pic>
          <p:nvPicPr>
            <p:cNvPr id="153" name="Google Shape;153;p33"/>
            <p:cNvPicPr preferRelativeResize="0"/>
            <p:nvPr/>
          </p:nvPicPr>
          <p:blipFill rotWithShape="1">
            <a:blip r:embed="rId4">
              <a:alphaModFix/>
            </a:blip>
            <a:srcRect b="0" l="0" r="54179" t="0"/>
            <a:stretch/>
          </p:blipFill>
          <p:spPr>
            <a:xfrm>
              <a:off x="5037550" y="3023250"/>
              <a:ext cx="1619727" cy="602375"/>
            </a:xfrm>
            <a:prstGeom prst="rect">
              <a:avLst/>
            </a:prstGeom>
            <a:noFill/>
            <a:ln>
              <a:noFill/>
            </a:ln>
          </p:spPr>
        </p:pic>
        <p:pic>
          <p:nvPicPr>
            <p:cNvPr id="154" name="Google Shape;154;p33"/>
            <p:cNvPicPr preferRelativeResize="0"/>
            <p:nvPr/>
          </p:nvPicPr>
          <p:blipFill rotWithShape="1">
            <a:blip r:embed="rId4">
              <a:alphaModFix/>
            </a:blip>
            <a:srcRect b="0" l="54179" r="0" t="0"/>
            <a:stretch/>
          </p:blipFill>
          <p:spPr>
            <a:xfrm>
              <a:off x="6733475" y="3031613"/>
              <a:ext cx="1619727" cy="602375"/>
            </a:xfrm>
            <a:prstGeom prst="rect">
              <a:avLst/>
            </a:prstGeom>
            <a:noFill/>
            <a:ln>
              <a:noFill/>
            </a:ln>
          </p:spPr>
        </p:pic>
      </p:grpSp>
      <p:sp>
        <p:nvSpPr>
          <p:cNvPr id="155" name="Google Shape;155;p33"/>
          <p:cNvSpPr txBox="1"/>
          <p:nvPr/>
        </p:nvSpPr>
        <p:spPr>
          <a:xfrm>
            <a:off x="8452826" y="7648400"/>
            <a:ext cx="8859900" cy="1362300"/>
          </a:xfrm>
          <a:prstGeom prst="rect">
            <a:avLst/>
          </a:prstGeom>
          <a:noFill/>
          <a:ln>
            <a:noFill/>
          </a:ln>
        </p:spPr>
        <p:txBody>
          <a:bodyPr anchorCtr="0" anchor="t" bIns="182850" lIns="182850" spcFirstLastPara="1" rIns="182850" wrap="square" tIns="182850">
            <a:spAutoFit/>
          </a:bodyPr>
          <a:lstStyle/>
          <a:p>
            <a:pPr indent="0" lvl="0" marL="0" rtl="0" algn="l">
              <a:lnSpc>
                <a:spcPct val="115000"/>
              </a:lnSpc>
              <a:spcBef>
                <a:spcPts val="0"/>
              </a:spcBef>
              <a:spcAft>
                <a:spcPts val="0"/>
              </a:spcAft>
              <a:buNone/>
            </a:pPr>
            <a:r>
              <a:rPr lang="pt-BR" sz="3000">
                <a:solidFill>
                  <a:srgbClr val="B864FF"/>
                </a:solidFill>
                <a:latin typeface="Roboto"/>
                <a:ea typeface="Roboto"/>
                <a:cs typeface="Roboto"/>
                <a:sym typeface="Roboto"/>
              </a:rPr>
              <a:t>Pro Matre </a:t>
            </a:r>
            <a:br>
              <a:rPr lang="pt-BR" sz="3000">
                <a:solidFill>
                  <a:srgbClr val="B864FF"/>
                </a:solidFill>
                <a:latin typeface="Roboto"/>
                <a:ea typeface="Roboto"/>
                <a:cs typeface="Roboto"/>
                <a:sym typeface="Roboto"/>
              </a:rPr>
            </a:br>
            <a:r>
              <a:rPr lang="pt-BR" sz="3000">
                <a:solidFill>
                  <a:srgbClr val="B864FF"/>
                </a:solidFill>
                <a:latin typeface="Roboto"/>
                <a:ea typeface="Roboto"/>
                <a:cs typeface="Roboto"/>
                <a:sym typeface="Roboto"/>
              </a:rPr>
              <a:t>Período</a:t>
            </a:r>
            <a:r>
              <a:rPr lang="pt-BR" sz="3000">
                <a:solidFill>
                  <a:srgbClr val="B864FF"/>
                </a:solidFill>
                <a:latin typeface="Roboto"/>
                <a:ea typeface="Roboto"/>
                <a:cs typeface="Roboto"/>
                <a:sym typeface="Roboto"/>
              </a:rPr>
              <a:t> : 01 a 31 de abril</a:t>
            </a:r>
            <a:endParaRPr sz="3000">
              <a:solidFill>
                <a:srgbClr val="B864FF"/>
              </a:solidFill>
              <a:latin typeface="Roboto"/>
              <a:ea typeface="Roboto"/>
              <a:cs typeface="Roboto"/>
              <a:sym typeface="Roboto"/>
            </a:endParaRPr>
          </a:p>
        </p:txBody>
      </p:sp>
      <p:sp>
        <p:nvSpPr>
          <p:cNvPr id="156" name="Google Shape;156;p33"/>
          <p:cNvSpPr/>
          <p:nvPr/>
        </p:nvSpPr>
        <p:spPr>
          <a:xfrm>
            <a:off x="4227600" y="5378800"/>
            <a:ext cx="2950800" cy="2048400"/>
          </a:xfrm>
          <a:prstGeom prst="rect">
            <a:avLst/>
          </a:prstGeom>
          <a:solidFill>
            <a:srgbClr val="FCFBF3"/>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t/>
            </a:r>
            <a:endParaRPr sz="2800"/>
          </a:p>
        </p:txBody>
      </p:sp>
      <p:pic>
        <p:nvPicPr>
          <p:cNvPr id="157" name="Google Shape;157;p33"/>
          <p:cNvPicPr preferRelativeResize="0"/>
          <p:nvPr/>
        </p:nvPicPr>
        <p:blipFill>
          <a:blip r:embed="rId5">
            <a:alphaModFix/>
          </a:blip>
          <a:stretch>
            <a:fillRect/>
          </a:stretch>
        </p:blipFill>
        <p:spPr>
          <a:xfrm>
            <a:off x="3855407" y="5363396"/>
            <a:ext cx="3313401" cy="2079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03748"/>
        </a:solidFill>
      </p:bgPr>
    </p:bg>
    <p:spTree>
      <p:nvGrpSpPr>
        <p:cNvPr id="161" name="Shape 161"/>
        <p:cNvGrpSpPr/>
        <p:nvPr/>
      </p:nvGrpSpPr>
      <p:grpSpPr>
        <a:xfrm>
          <a:off x="0" y="0"/>
          <a:ext cx="0" cy="0"/>
          <a:chOff x="0" y="0"/>
          <a:chExt cx="0" cy="0"/>
        </a:xfrm>
      </p:grpSpPr>
      <p:sp>
        <p:nvSpPr>
          <p:cNvPr id="162" name="Google Shape;162;p34"/>
          <p:cNvSpPr txBox="1"/>
          <p:nvPr/>
        </p:nvSpPr>
        <p:spPr>
          <a:xfrm>
            <a:off x="4595018" y="83017"/>
            <a:ext cx="9097800" cy="523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Clr>
                <a:schemeClr val="dk1"/>
              </a:buClr>
              <a:buSzPts val="1100"/>
              <a:buFont typeface="Arial"/>
              <a:buNone/>
            </a:pPr>
            <a:r>
              <a:t/>
            </a:r>
            <a:endParaRPr sz="1000">
              <a:solidFill>
                <a:srgbClr val="FCFBF3"/>
              </a:solidFill>
              <a:latin typeface="Roboto"/>
              <a:ea typeface="Roboto"/>
              <a:cs typeface="Roboto"/>
              <a:sym typeface="Roboto"/>
            </a:endParaRPr>
          </a:p>
        </p:txBody>
      </p:sp>
      <p:pic>
        <p:nvPicPr>
          <p:cNvPr id="163" name="Google Shape;163;p34"/>
          <p:cNvPicPr preferRelativeResize="0"/>
          <p:nvPr/>
        </p:nvPicPr>
        <p:blipFill>
          <a:blip r:embed="rId3">
            <a:alphaModFix/>
          </a:blip>
          <a:stretch>
            <a:fillRect/>
          </a:stretch>
        </p:blipFill>
        <p:spPr>
          <a:xfrm>
            <a:off x="204398" y="181661"/>
            <a:ext cx="509795" cy="319900"/>
          </a:xfrm>
          <a:prstGeom prst="rect">
            <a:avLst/>
          </a:prstGeom>
          <a:noFill/>
          <a:ln>
            <a:noFill/>
          </a:ln>
        </p:spPr>
      </p:pic>
      <p:pic>
        <p:nvPicPr>
          <p:cNvPr id="164" name="Google Shape;164;p34"/>
          <p:cNvPicPr preferRelativeResize="0"/>
          <p:nvPr/>
        </p:nvPicPr>
        <p:blipFill rotWithShape="1">
          <a:blip r:embed="rId4">
            <a:alphaModFix/>
          </a:blip>
          <a:srcRect b="0" l="0" r="52320" t="0"/>
          <a:stretch/>
        </p:blipFill>
        <p:spPr>
          <a:xfrm>
            <a:off x="16649912" y="196950"/>
            <a:ext cx="712200" cy="254000"/>
          </a:xfrm>
          <a:prstGeom prst="rect">
            <a:avLst/>
          </a:prstGeom>
          <a:noFill/>
          <a:ln>
            <a:noFill/>
          </a:ln>
        </p:spPr>
      </p:pic>
      <p:pic>
        <p:nvPicPr>
          <p:cNvPr id="165" name="Google Shape;165;p34"/>
          <p:cNvPicPr preferRelativeResize="0"/>
          <p:nvPr/>
        </p:nvPicPr>
        <p:blipFill rotWithShape="1">
          <a:blip r:embed="rId4">
            <a:alphaModFix/>
          </a:blip>
          <a:srcRect b="4280" l="54518" r="-2198" t="-4280"/>
          <a:stretch/>
        </p:blipFill>
        <p:spPr>
          <a:xfrm>
            <a:off x="17389768" y="191523"/>
            <a:ext cx="712200" cy="254000"/>
          </a:xfrm>
          <a:prstGeom prst="rect">
            <a:avLst/>
          </a:prstGeom>
          <a:noFill/>
          <a:ln>
            <a:noFill/>
          </a:ln>
        </p:spPr>
      </p:pic>
      <p:sp>
        <p:nvSpPr>
          <p:cNvPr id="166" name="Google Shape;166;p34"/>
          <p:cNvSpPr txBox="1"/>
          <p:nvPr/>
        </p:nvSpPr>
        <p:spPr>
          <a:xfrm>
            <a:off x="4412150" y="4183050"/>
            <a:ext cx="12409200" cy="1920900"/>
          </a:xfrm>
          <a:prstGeom prst="rect">
            <a:avLst/>
          </a:prstGeom>
          <a:noFill/>
          <a:ln>
            <a:noFill/>
          </a:ln>
        </p:spPr>
        <p:txBody>
          <a:bodyPr anchorCtr="0" anchor="t" bIns="182850" lIns="182850" spcFirstLastPara="1" rIns="182850" wrap="square" tIns="182850">
            <a:spAutoFit/>
          </a:bodyPr>
          <a:lstStyle/>
          <a:p>
            <a:pPr indent="0" lvl="0" marL="0" marR="0" rtl="0" algn="l">
              <a:lnSpc>
                <a:spcPct val="80000"/>
              </a:lnSpc>
              <a:spcBef>
                <a:spcPts val="0"/>
              </a:spcBef>
              <a:spcAft>
                <a:spcPts val="0"/>
              </a:spcAft>
              <a:buClr>
                <a:srgbClr val="000000"/>
              </a:buClr>
              <a:buSzPts val="15000"/>
              <a:buFont typeface="Arial"/>
              <a:buNone/>
            </a:pPr>
            <a:r>
              <a:rPr b="1" lang="pt-BR" sz="12600">
                <a:solidFill>
                  <a:schemeClr val="dk1"/>
                </a:solidFill>
                <a:latin typeface="Roboto"/>
                <a:ea typeface="Roboto"/>
                <a:cs typeface="Roboto"/>
                <a:sym typeface="Roboto"/>
              </a:rPr>
              <a:t>Pro Matre</a:t>
            </a:r>
            <a:endParaRPr b="1" sz="12600">
              <a:solidFill>
                <a:schemeClr val="dk1"/>
              </a:solidFill>
              <a:latin typeface="Roboto"/>
              <a:ea typeface="Roboto"/>
              <a:cs typeface="Roboto"/>
              <a:sym typeface="Roboto"/>
            </a:endParaRPr>
          </a:p>
        </p:txBody>
      </p:sp>
      <p:pic>
        <p:nvPicPr>
          <p:cNvPr id="167" name="Google Shape;167;p34"/>
          <p:cNvPicPr preferRelativeResize="0"/>
          <p:nvPr/>
        </p:nvPicPr>
        <p:blipFill rotWithShape="1">
          <a:blip r:embed="rId5">
            <a:alphaModFix/>
          </a:blip>
          <a:srcRect b="0" l="0" r="0" t="0"/>
          <a:stretch/>
        </p:blipFill>
        <p:spPr>
          <a:xfrm rot="5400000">
            <a:off x="-260762" y="2266899"/>
            <a:ext cx="2570377" cy="57532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5"/>
          <p:cNvSpPr txBox="1"/>
          <p:nvPr/>
        </p:nvSpPr>
        <p:spPr>
          <a:xfrm rot="-5400000">
            <a:off x="-4656900" y="4644900"/>
            <a:ext cx="10299000" cy="985200"/>
          </a:xfrm>
          <a:prstGeom prst="rect">
            <a:avLst/>
          </a:prstGeom>
          <a:solidFill>
            <a:srgbClr val="3F3F3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rPr b="0" i="0" lang="pt-BR" sz="2400" u="none" cap="none" strike="noStrike">
                <a:solidFill>
                  <a:schemeClr val="lt1"/>
                </a:solidFill>
                <a:latin typeface="Roboto Black"/>
                <a:ea typeface="Roboto Black"/>
                <a:cs typeface="Roboto Black"/>
                <a:sym typeface="Roboto Black"/>
              </a:rPr>
              <a:t>Big Numbers • </a:t>
            </a:r>
            <a:r>
              <a:rPr b="0" i="0" lang="pt-BR" sz="2400" u="none" cap="none" strike="noStrike">
                <a:solidFill>
                  <a:schemeClr val="lt1"/>
                </a:solidFill>
                <a:latin typeface="Roboto Light"/>
                <a:ea typeface="Roboto Light"/>
                <a:cs typeface="Roboto Light"/>
                <a:sym typeface="Roboto Light"/>
              </a:rPr>
              <a:t>Total de</a:t>
            </a:r>
            <a:r>
              <a:rPr lang="pt-BR" sz="2400">
                <a:solidFill>
                  <a:schemeClr val="lt1"/>
                </a:solidFill>
                <a:latin typeface="Roboto Light"/>
                <a:ea typeface="Roboto Light"/>
                <a:cs typeface="Roboto Light"/>
                <a:sym typeface="Roboto Light"/>
              </a:rPr>
              <a:t> Abril</a:t>
            </a:r>
            <a:endParaRPr b="0" i="0" sz="2400" u="none" cap="none" strike="noStrike">
              <a:solidFill>
                <a:schemeClr val="lt1"/>
              </a:solidFill>
              <a:latin typeface="Roboto Light"/>
              <a:ea typeface="Roboto Light"/>
              <a:cs typeface="Roboto Light"/>
              <a:sym typeface="Roboto Light"/>
            </a:endParaRPr>
          </a:p>
        </p:txBody>
      </p:sp>
      <p:sp>
        <p:nvSpPr>
          <p:cNvPr id="173" name="Google Shape;173;p35"/>
          <p:cNvSpPr txBox="1"/>
          <p:nvPr/>
        </p:nvSpPr>
        <p:spPr>
          <a:xfrm>
            <a:off x="1877750" y="6159625"/>
            <a:ext cx="15589800" cy="4151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b="1" sz="2400">
              <a:solidFill>
                <a:srgbClr val="666666"/>
              </a:solidFill>
              <a:latin typeface="Roboto"/>
              <a:ea typeface="Roboto"/>
              <a:cs typeface="Roboto"/>
              <a:sym typeface="Roboto"/>
            </a:endParaRPr>
          </a:p>
          <a:p>
            <a:pPr indent="-381000" lvl="0" marL="457200" rtl="0" algn="l">
              <a:lnSpc>
                <a:spcPct val="115000"/>
              </a:lnSpc>
              <a:spcBef>
                <a:spcPts val="1200"/>
              </a:spcBef>
              <a:spcAft>
                <a:spcPts val="0"/>
              </a:spcAft>
              <a:buClr>
                <a:schemeClr val="lt1"/>
              </a:buClr>
              <a:buSzPts val="2400"/>
              <a:buFont typeface="Roboto"/>
              <a:buChar char="❖"/>
            </a:pPr>
            <a:r>
              <a:rPr lang="pt-BR" sz="2200">
                <a:solidFill>
                  <a:srgbClr val="666666"/>
                </a:solidFill>
                <a:latin typeface="Roboto"/>
                <a:ea typeface="Roboto"/>
                <a:cs typeface="Roboto"/>
                <a:sym typeface="Roboto"/>
              </a:rPr>
              <a:t>Em abril, seguimos consolidando a estratégia de campanhas orientadas para conversão, implementada em março. Como esperado nesse tipo de otimização, o algoritmo ganha mais eficiência com o tempo, aprimorando a entrega para públicos com maior propensão à ação e fortalecendo a qualidade das conversões ao longo do período.</a:t>
            </a:r>
            <a:endParaRPr sz="2200">
              <a:solidFill>
                <a:srgbClr val="666666"/>
              </a:solidFill>
              <a:latin typeface="Roboto"/>
              <a:ea typeface="Roboto"/>
              <a:cs typeface="Roboto"/>
              <a:sym typeface="Roboto"/>
            </a:endParaRPr>
          </a:p>
          <a:p>
            <a:pPr indent="0" lvl="0" marL="457200" rtl="0" algn="l">
              <a:lnSpc>
                <a:spcPct val="115000"/>
              </a:lnSpc>
              <a:spcBef>
                <a:spcPts val="1200"/>
              </a:spcBef>
              <a:spcAft>
                <a:spcPts val="0"/>
              </a:spcAft>
              <a:buNone/>
            </a:pPr>
            <a:r>
              <a:t/>
            </a:r>
            <a:endParaRPr sz="2200">
              <a:solidFill>
                <a:srgbClr val="666666"/>
              </a:solidFill>
              <a:latin typeface="Roboto"/>
              <a:ea typeface="Roboto"/>
              <a:cs typeface="Roboto"/>
              <a:sym typeface="Roboto"/>
            </a:endParaRPr>
          </a:p>
          <a:p>
            <a:pPr indent="-381000" lvl="0" marL="457200" rtl="0" algn="l">
              <a:lnSpc>
                <a:spcPct val="115000"/>
              </a:lnSpc>
              <a:spcBef>
                <a:spcPts val="1200"/>
              </a:spcBef>
              <a:spcAft>
                <a:spcPts val="0"/>
              </a:spcAft>
              <a:buClr>
                <a:schemeClr val="lt1"/>
              </a:buClr>
              <a:buSzPts val="2400"/>
              <a:buFont typeface="Roboto"/>
              <a:buChar char="❖"/>
            </a:pPr>
            <a:r>
              <a:rPr lang="pt-BR" sz="2200">
                <a:solidFill>
                  <a:srgbClr val="666666"/>
                </a:solidFill>
                <a:latin typeface="Roboto"/>
                <a:ea typeface="Roboto"/>
                <a:cs typeface="Roboto"/>
                <a:sym typeface="Roboto"/>
              </a:rPr>
              <a:t>Mesmo diante de um mês impactado por feriados prolongados e por uma última semana antecedendo o feriado de 1º de maio, fatores que costumam influenciar o comportamento do usuário e reduzir o volume de interações, encerramos abril com 2.288 conversões, atingindo 121% da meta mensal (1.895);  reforçando a consistência da estratégia e a eficiência da mídia na geração de resultados.</a:t>
            </a:r>
            <a:endParaRPr sz="2200">
              <a:solidFill>
                <a:srgbClr val="666666"/>
              </a:solidFill>
              <a:latin typeface="Roboto"/>
              <a:ea typeface="Roboto"/>
              <a:cs typeface="Roboto"/>
              <a:sym typeface="Roboto"/>
            </a:endParaRPr>
          </a:p>
        </p:txBody>
      </p:sp>
      <p:sp>
        <p:nvSpPr>
          <p:cNvPr id="174" name="Google Shape;174;p35"/>
          <p:cNvSpPr txBox="1"/>
          <p:nvPr/>
        </p:nvSpPr>
        <p:spPr>
          <a:xfrm>
            <a:off x="1600350" y="642925"/>
            <a:ext cx="150873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6300">
                <a:solidFill>
                  <a:srgbClr val="B864FF"/>
                </a:solidFill>
                <a:latin typeface="Roboto"/>
                <a:ea typeface="Roboto"/>
                <a:cs typeface="Roboto"/>
                <a:sym typeface="Roboto"/>
              </a:rPr>
              <a:t>Big Numbers</a:t>
            </a:r>
            <a:endParaRPr sz="6300">
              <a:solidFill>
                <a:srgbClr val="3F3F3F"/>
              </a:solidFill>
            </a:endParaRPr>
          </a:p>
        </p:txBody>
      </p:sp>
      <p:graphicFrame>
        <p:nvGraphicFramePr>
          <p:cNvPr id="175" name="Google Shape;175;p35"/>
          <p:cNvGraphicFramePr/>
          <p:nvPr/>
        </p:nvGraphicFramePr>
        <p:xfrm>
          <a:off x="1877763" y="2391363"/>
          <a:ext cx="3000000" cy="3000000"/>
        </p:xfrm>
        <a:graphic>
          <a:graphicData uri="http://schemas.openxmlformats.org/drawingml/2006/table">
            <a:tbl>
              <a:tblPr>
                <a:noFill/>
                <a:tableStyleId>{626BDCDD-6AC9-426E-AE4F-3334DCACC9B4}</a:tableStyleId>
              </a:tblPr>
              <a:tblGrid>
                <a:gridCol w="1764375"/>
                <a:gridCol w="2027700"/>
                <a:gridCol w="2159400"/>
                <a:gridCol w="1132375"/>
                <a:gridCol w="1422050"/>
                <a:gridCol w="1237700"/>
                <a:gridCol w="1501050"/>
                <a:gridCol w="2896775"/>
                <a:gridCol w="1448350"/>
              </a:tblGrid>
              <a:tr h="1118300">
                <a:tc>
                  <a:txBody>
                    <a:bodyPr/>
                    <a:lstStyle/>
                    <a:p>
                      <a:pPr indent="0" lvl="0" marL="0" rtl="0" algn="ctr">
                        <a:lnSpc>
                          <a:spcPct val="115000"/>
                        </a:lnSpc>
                        <a:spcBef>
                          <a:spcPts val="0"/>
                        </a:spcBef>
                        <a:spcAft>
                          <a:spcPts val="0"/>
                        </a:spcAft>
                        <a:buNone/>
                      </a:pPr>
                      <a:r>
                        <a:rPr b="1" lang="pt-BR" sz="2000">
                          <a:latin typeface="Roboto"/>
                          <a:ea typeface="Roboto"/>
                          <a:cs typeface="Roboto"/>
                          <a:sym typeface="Roboto"/>
                        </a:rPr>
                        <a:t>Plataforma</a:t>
                      </a:r>
                      <a:endParaRPr b="1" sz="2000">
                        <a:latin typeface="Roboto"/>
                        <a:ea typeface="Roboto"/>
                        <a:cs typeface="Roboto"/>
                        <a:sym typeface="Roboto"/>
                      </a:endParaRPr>
                    </a:p>
                  </a:txBody>
                  <a:tcPr marT="19050" marB="19050" marR="28575" marL="28575" anchor="ctr">
                    <a:lnL cap="flat" cmpd="sng" w="14300">
                      <a:solidFill>
                        <a:srgbClr val="D9D9D9"/>
                      </a:solidFill>
                      <a:prstDash val="solid"/>
                      <a:round/>
                      <a:headEnd len="sm" w="sm" type="none"/>
                      <a:tailEnd len="sm" w="sm" type="none"/>
                    </a:lnL>
                    <a:lnR cap="flat" cmpd="sng" w="14300">
                      <a:solidFill>
                        <a:srgbClr val="D9D9D9"/>
                      </a:solidFill>
                      <a:prstDash val="solid"/>
                      <a:round/>
                      <a:headEnd len="sm" w="sm" type="none"/>
                      <a:tailEnd len="sm" w="sm" type="none"/>
                    </a:lnR>
                    <a:lnT cap="flat" cmpd="sng" w="14300">
                      <a:solidFill>
                        <a:srgbClr val="D9D9D9"/>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D9D9D9"/>
                    </a:solidFill>
                  </a:tcPr>
                </a:tc>
                <a:tc>
                  <a:txBody>
                    <a:bodyPr/>
                    <a:lstStyle/>
                    <a:p>
                      <a:pPr indent="0" lvl="0" marL="0" rtl="0" algn="ctr">
                        <a:lnSpc>
                          <a:spcPct val="115000"/>
                        </a:lnSpc>
                        <a:spcBef>
                          <a:spcPts val="0"/>
                        </a:spcBef>
                        <a:spcAft>
                          <a:spcPts val="0"/>
                        </a:spcAft>
                        <a:buNone/>
                      </a:pPr>
                      <a:r>
                        <a:rPr b="1" lang="pt-BR" sz="2000">
                          <a:latin typeface="Roboto"/>
                          <a:ea typeface="Roboto"/>
                          <a:cs typeface="Roboto"/>
                          <a:sym typeface="Roboto"/>
                        </a:rPr>
                        <a:t>Investimento</a:t>
                      </a:r>
                      <a:endParaRPr b="1" sz="2000">
                        <a:latin typeface="Roboto"/>
                        <a:ea typeface="Roboto"/>
                        <a:cs typeface="Roboto"/>
                        <a:sym typeface="Roboto"/>
                      </a:endParaRPr>
                    </a:p>
                  </a:txBody>
                  <a:tcPr marT="19050" marB="19050" marR="28575" marL="28575" anchor="ctr">
                    <a:lnL cap="flat" cmpd="sng" w="14300">
                      <a:solidFill>
                        <a:srgbClr val="D9D9D9"/>
                      </a:solidFill>
                      <a:prstDash val="solid"/>
                      <a:round/>
                      <a:headEnd len="sm" w="sm" type="none"/>
                      <a:tailEnd len="sm" w="sm" type="none"/>
                    </a:lnL>
                    <a:lnR cap="flat" cmpd="sng" w="14300">
                      <a:solidFill>
                        <a:srgbClr val="D9D9D9"/>
                      </a:solidFill>
                      <a:prstDash val="solid"/>
                      <a:round/>
                      <a:headEnd len="sm" w="sm" type="none"/>
                      <a:tailEnd len="sm" w="sm" type="none"/>
                    </a:lnR>
                    <a:lnT cap="flat" cmpd="sng" w="14300">
                      <a:solidFill>
                        <a:srgbClr val="D9D9D9"/>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D9D9D9"/>
                    </a:solidFill>
                  </a:tcPr>
                </a:tc>
                <a:tc>
                  <a:txBody>
                    <a:bodyPr/>
                    <a:lstStyle/>
                    <a:p>
                      <a:pPr indent="0" lvl="0" marL="0" rtl="0" algn="ctr">
                        <a:lnSpc>
                          <a:spcPct val="115000"/>
                        </a:lnSpc>
                        <a:spcBef>
                          <a:spcPts val="0"/>
                        </a:spcBef>
                        <a:spcAft>
                          <a:spcPts val="0"/>
                        </a:spcAft>
                        <a:buNone/>
                      </a:pPr>
                      <a:r>
                        <a:rPr b="1" lang="pt-BR" sz="2000">
                          <a:latin typeface="Roboto"/>
                          <a:ea typeface="Roboto"/>
                          <a:cs typeface="Roboto"/>
                          <a:sym typeface="Roboto"/>
                        </a:rPr>
                        <a:t>Visualizações</a:t>
                      </a:r>
                      <a:endParaRPr b="1" sz="2000">
                        <a:latin typeface="Roboto"/>
                        <a:ea typeface="Roboto"/>
                        <a:cs typeface="Roboto"/>
                        <a:sym typeface="Roboto"/>
                      </a:endParaRPr>
                    </a:p>
                  </a:txBody>
                  <a:tcPr marT="19050" marB="19050" marR="28575" marL="28575" anchor="ctr">
                    <a:lnL cap="flat" cmpd="sng" w="14300">
                      <a:solidFill>
                        <a:srgbClr val="D9D9D9"/>
                      </a:solidFill>
                      <a:prstDash val="solid"/>
                      <a:round/>
                      <a:headEnd len="sm" w="sm" type="none"/>
                      <a:tailEnd len="sm" w="sm" type="none"/>
                    </a:lnL>
                    <a:lnR cap="flat" cmpd="sng" w="14300">
                      <a:solidFill>
                        <a:srgbClr val="D9D9D9"/>
                      </a:solidFill>
                      <a:prstDash val="solid"/>
                      <a:round/>
                      <a:headEnd len="sm" w="sm" type="none"/>
                      <a:tailEnd len="sm" w="sm" type="none"/>
                    </a:lnR>
                    <a:lnT cap="flat" cmpd="sng" w="14300">
                      <a:solidFill>
                        <a:srgbClr val="D9D9D9"/>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D9D9D9"/>
                    </a:solidFill>
                  </a:tcPr>
                </a:tc>
                <a:tc>
                  <a:txBody>
                    <a:bodyPr/>
                    <a:lstStyle/>
                    <a:p>
                      <a:pPr indent="0" lvl="0" marL="0" rtl="0" algn="ctr">
                        <a:lnSpc>
                          <a:spcPct val="115000"/>
                        </a:lnSpc>
                        <a:spcBef>
                          <a:spcPts val="0"/>
                        </a:spcBef>
                        <a:spcAft>
                          <a:spcPts val="0"/>
                        </a:spcAft>
                        <a:buNone/>
                      </a:pPr>
                      <a:r>
                        <a:rPr b="1" lang="pt-BR" sz="2000">
                          <a:latin typeface="Roboto"/>
                          <a:ea typeface="Roboto"/>
                          <a:cs typeface="Roboto"/>
                          <a:sym typeface="Roboto"/>
                        </a:rPr>
                        <a:t>CTR</a:t>
                      </a:r>
                      <a:endParaRPr b="1" sz="2000">
                        <a:latin typeface="Roboto"/>
                        <a:ea typeface="Roboto"/>
                        <a:cs typeface="Roboto"/>
                        <a:sym typeface="Roboto"/>
                      </a:endParaRPr>
                    </a:p>
                  </a:txBody>
                  <a:tcPr marT="19050" marB="19050" marR="28575" marL="28575" anchor="ctr">
                    <a:lnL cap="flat" cmpd="sng" w="14300">
                      <a:solidFill>
                        <a:srgbClr val="D9D9D9"/>
                      </a:solidFill>
                      <a:prstDash val="solid"/>
                      <a:round/>
                      <a:headEnd len="sm" w="sm" type="none"/>
                      <a:tailEnd len="sm" w="sm" type="none"/>
                    </a:lnL>
                    <a:lnR cap="flat" cmpd="sng" w="14300">
                      <a:solidFill>
                        <a:srgbClr val="D9D9D9"/>
                      </a:solidFill>
                      <a:prstDash val="solid"/>
                      <a:round/>
                      <a:headEnd len="sm" w="sm" type="none"/>
                      <a:tailEnd len="sm" w="sm" type="none"/>
                    </a:lnR>
                    <a:lnT cap="flat" cmpd="sng" w="14300">
                      <a:solidFill>
                        <a:srgbClr val="D9D9D9"/>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D9D9D9"/>
                    </a:solidFill>
                  </a:tcPr>
                </a:tc>
                <a:tc>
                  <a:txBody>
                    <a:bodyPr/>
                    <a:lstStyle/>
                    <a:p>
                      <a:pPr indent="0" lvl="0" marL="0" rtl="0" algn="ctr">
                        <a:lnSpc>
                          <a:spcPct val="115000"/>
                        </a:lnSpc>
                        <a:spcBef>
                          <a:spcPts val="0"/>
                        </a:spcBef>
                        <a:spcAft>
                          <a:spcPts val="0"/>
                        </a:spcAft>
                        <a:buNone/>
                      </a:pPr>
                      <a:r>
                        <a:rPr b="1" lang="pt-BR" sz="2000">
                          <a:latin typeface="Roboto"/>
                          <a:ea typeface="Roboto"/>
                          <a:cs typeface="Roboto"/>
                          <a:sym typeface="Roboto"/>
                        </a:rPr>
                        <a:t>CPC</a:t>
                      </a:r>
                      <a:endParaRPr b="1" sz="2000">
                        <a:latin typeface="Roboto"/>
                        <a:ea typeface="Roboto"/>
                        <a:cs typeface="Roboto"/>
                        <a:sym typeface="Roboto"/>
                      </a:endParaRPr>
                    </a:p>
                  </a:txBody>
                  <a:tcPr marT="19050" marB="19050" marR="28575" marL="28575" anchor="ctr">
                    <a:lnL cap="flat" cmpd="sng" w="14300">
                      <a:solidFill>
                        <a:srgbClr val="D9D9D9"/>
                      </a:solidFill>
                      <a:prstDash val="solid"/>
                      <a:round/>
                      <a:headEnd len="sm" w="sm" type="none"/>
                      <a:tailEnd len="sm" w="sm" type="none"/>
                    </a:lnL>
                    <a:lnR cap="flat" cmpd="sng" w="14300">
                      <a:solidFill>
                        <a:srgbClr val="D9D9D9"/>
                      </a:solidFill>
                      <a:prstDash val="solid"/>
                      <a:round/>
                      <a:headEnd len="sm" w="sm" type="none"/>
                      <a:tailEnd len="sm" w="sm" type="none"/>
                    </a:lnR>
                    <a:lnT cap="flat" cmpd="sng" w="14300">
                      <a:solidFill>
                        <a:srgbClr val="D9D9D9"/>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D9D9D9"/>
                    </a:solidFill>
                  </a:tcPr>
                </a:tc>
                <a:tc>
                  <a:txBody>
                    <a:bodyPr/>
                    <a:lstStyle/>
                    <a:p>
                      <a:pPr indent="0" lvl="0" marL="0" rtl="0" algn="ctr">
                        <a:lnSpc>
                          <a:spcPct val="115000"/>
                        </a:lnSpc>
                        <a:spcBef>
                          <a:spcPts val="0"/>
                        </a:spcBef>
                        <a:spcAft>
                          <a:spcPts val="0"/>
                        </a:spcAft>
                        <a:buNone/>
                      </a:pPr>
                      <a:r>
                        <a:rPr b="1" lang="pt-BR" sz="2000">
                          <a:latin typeface="Roboto"/>
                          <a:ea typeface="Roboto"/>
                          <a:cs typeface="Roboto"/>
                          <a:sym typeface="Roboto"/>
                        </a:rPr>
                        <a:t>Cliques</a:t>
                      </a:r>
                      <a:endParaRPr b="1" sz="2000">
                        <a:latin typeface="Roboto"/>
                        <a:ea typeface="Roboto"/>
                        <a:cs typeface="Roboto"/>
                        <a:sym typeface="Roboto"/>
                      </a:endParaRPr>
                    </a:p>
                  </a:txBody>
                  <a:tcPr marT="19050" marB="19050" marR="28575" marL="28575" anchor="ctr">
                    <a:lnL cap="flat" cmpd="sng" w="14300">
                      <a:solidFill>
                        <a:srgbClr val="D9D9D9"/>
                      </a:solidFill>
                      <a:prstDash val="solid"/>
                      <a:round/>
                      <a:headEnd len="sm" w="sm" type="none"/>
                      <a:tailEnd len="sm" w="sm" type="none"/>
                    </a:lnL>
                    <a:lnR cap="flat" cmpd="sng" w="14300">
                      <a:solidFill>
                        <a:srgbClr val="D9D9D9"/>
                      </a:solidFill>
                      <a:prstDash val="solid"/>
                      <a:round/>
                      <a:headEnd len="sm" w="sm" type="none"/>
                      <a:tailEnd len="sm" w="sm" type="none"/>
                    </a:lnR>
                    <a:lnT cap="flat" cmpd="sng" w="14300">
                      <a:solidFill>
                        <a:srgbClr val="D9D9D9"/>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D9D9D9"/>
                    </a:solidFill>
                  </a:tcPr>
                </a:tc>
                <a:tc>
                  <a:txBody>
                    <a:bodyPr/>
                    <a:lstStyle/>
                    <a:p>
                      <a:pPr indent="0" lvl="0" marL="0" rtl="0" algn="ctr">
                        <a:lnSpc>
                          <a:spcPct val="115000"/>
                        </a:lnSpc>
                        <a:spcBef>
                          <a:spcPts val="0"/>
                        </a:spcBef>
                        <a:spcAft>
                          <a:spcPts val="0"/>
                        </a:spcAft>
                        <a:buNone/>
                      </a:pPr>
                      <a:r>
                        <a:rPr b="1" lang="pt-BR" sz="2000">
                          <a:latin typeface="Roboto"/>
                          <a:ea typeface="Roboto"/>
                          <a:cs typeface="Roboto"/>
                          <a:sym typeface="Roboto"/>
                        </a:rPr>
                        <a:t>Tx. Conv.</a:t>
                      </a:r>
                      <a:endParaRPr b="1" sz="2000">
                        <a:latin typeface="Roboto"/>
                        <a:ea typeface="Roboto"/>
                        <a:cs typeface="Roboto"/>
                        <a:sym typeface="Roboto"/>
                      </a:endParaRPr>
                    </a:p>
                  </a:txBody>
                  <a:tcPr marT="19050" marB="19050" marR="28575" marL="28575" anchor="ctr">
                    <a:lnL cap="flat" cmpd="sng" w="14300">
                      <a:solidFill>
                        <a:srgbClr val="D9D9D9"/>
                      </a:solidFill>
                      <a:prstDash val="solid"/>
                      <a:round/>
                      <a:headEnd len="sm" w="sm" type="none"/>
                      <a:tailEnd len="sm" w="sm" type="none"/>
                    </a:lnL>
                    <a:lnR cap="flat" cmpd="sng" w="14300">
                      <a:solidFill>
                        <a:srgbClr val="D9D9D9"/>
                      </a:solidFill>
                      <a:prstDash val="solid"/>
                      <a:round/>
                      <a:headEnd len="sm" w="sm" type="none"/>
                      <a:tailEnd len="sm" w="sm" type="none"/>
                    </a:lnR>
                    <a:lnT cap="flat" cmpd="sng" w="14300">
                      <a:solidFill>
                        <a:srgbClr val="D9D9D9"/>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D9D9D9"/>
                    </a:solidFill>
                  </a:tcPr>
                </a:tc>
                <a:tc>
                  <a:txBody>
                    <a:bodyPr/>
                    <a:lstStyle/>
                    <a:p>
                      <a:pPr indent="0" lvl="0" marL="0" rtl="0" algn="ctr">
                        <a:lnSpc>
                          <a:spcPct val="115000"/>
                        </a:lnSpc>
                        <a:spcBef>
                          <a:spcPts val="0"/>
                        </a:spcBef>
                        <a:spcAft>
                          <a:spcPts val="0"/>
                        </a:spcAft>
                        <a:buNone/>
                      </a:pPr>
                      <a:r>
                        <a:rPr b="1" lang="pt-BR" sz="2000">
                          <a:latin typeface="Roboto"/>
                          <a:ea typeface="Roboto"/>
                          <a:cs typeface="Roboto"/>
                          <a:sym typeface="Roboto"/>
                        </a:rPr>
                        <a:t>Cliques nos botões</a:t>
                      </a:r>
                      <a:endParaRPr b="1" sz="2000">
                        <a:latin typeface="Roboto"/>
                        <a:ea typeface="Roboto"/>
                        <a:cs typeface="Roboto"/>
                        <a:sym typeface="Roboto"/>
                      </a:endParaRPr>
                    </a:p>
                  </a:txBody>
                  <a:tcPr marT="19050" marB="19050" marR="28575" marL="28575" anchor="ctr">
                    <a:lnL cap="flat" cmpd="sng" w="14300">
                      <a:solidFill>
                        <a:srgbClr val="D9D9D9"/>
                      </a:solidFill>
                      <a:prstDash val="solid"/>
                      <a:round/>
                      <a:headEnd len="sm" w="sm" type="none"/>
                      <a:tailEnd len="sm" w="sm" type="none"/>
                    </a:lnL>
                    <a:lnR cap="flat" cmpd="sng" w="14300">
                      <a:solidFill>
                        <a:srgbClr val="D9D9D9"/>
                      </a:solidFill>
                      <a:prstDash val="solid"/>
                      <a:round/>
                      <a:headEnd len="sm" w="sm" type="none"/>
                      <a:tailEnd len="sm" w="sm" type="none"/>
                    </a:lnR>
                    <a:lnT cap="flat" cmpd="sng" w="14300">
                      <a:solidFill>
                        <a:srgbClr val="D9D9D9"/>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D9D9D9"/>
                    </a:solidFill>
                  </a:tcPr>
                </a:tc>
                <a:tc>
                  <a:txBody>
                    <a:bodyPr/>
                    <a:lstStyle/>
                    <a:p>
                      <a:pPr indent="0" lvl="0" marL="0" rtl="0" algn="ctr">
                        <a:lnSpc>
                          <a:spcPct val="115000"/>
                        </a:lnSpc>
                        <a:spcBef>
                          <a:spcPts val="0"/>
                        </a:spcBef>
                        <a:spcAft>
                          <a:spcPts val="0"/>
                        </a:spcAft>
                        <a:buNone/>
                      </a:pPr>
                      <a:r>
                        <a:rPr b="1" lang="pt-BR" sz="2000">
                          <a:latin typeface="Roboto"/>
                          <a:ea typeface="Roboto"/>
                          <a:cs typeface="Roboto"/>
                          <a:sym typeface="Roboto"/>
                        </a:rPr>
                        <a:t>CPA</a:t>
                      </a:r>
                      <a:endParaRPr b="1" sz="2000">
                        <a:latin typeface="Roboto"/>
                        <a:ea typeface="Roboto"/>
                        <a:cs typeface="Roboto"/>
                        <a:sym typeface="Roboto"/>
                      </a:endParaRPr>
                    </a:p>
                  </a:txBody>
                  <a:tcPr marT="19050" marB="19050" marR="28575" marL="28575" anchor="ctr">
                    <a:lnL cap="flat" cmpd="sng" w="14300">
                      <a:solidFill>
                        <a:srgbClr val="D9D9D9"/>
                      </a:solidFill>
                      <a:prstDash val="solid"/>
                      <a:round/>
                      <a:headEnd len="sm" w="sm" type="none"/>
                      <a:tailEnd len="sm" w="sm" type="none"/>
                    </a:lnL>
                    <a:lnR cap="flat" cmpd="sng" w="14300">
                      <a:solidFill>
                        <a:srgbClr val="D9D9D9"/>
                      </a:solidFill>
                      <a:prstDash val="solid"/>
                      <a:round/>
                      <a:headEnd len="sm" w="sm" type="none"/>
                      <a:tailEnd len="sm" w="sm" type="none"/>
                    </a:lnR>
                    <a:lnT cap="flat" cmpd="sng" w="14300">
                      <a:solidFill>
                        <a:srgbClr val="D9D9D9"/>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D9D9D9"/>
                    </a:solidFill>
                  </a:tcPr>
                </a:tc>
              </a:tr>
              <a:tr h="733900">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Google</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FCFBF3"/>
                    </a:solidFill>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R$ 6.953,84</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FCFBF3"/>
                    </a:solidFill>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42.710</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FCFBF3"/>
                    </a:solidFill>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15,1%</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R$ 1,08</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6.434</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33%</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2.275</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R$ 3,06</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tcPr>
                </a:tc>
              </a:tr>
              <a:tr h="1328000">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Meta</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FCFBF3"/>
                    </a:solidFill>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R$ 1.773,62</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FCFBF3"/>
                    </a:solidFill>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775.877</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FCFBF3"/>
                    </a:solidFill>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1,3%</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R$ 0,17</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10.322</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1%</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13</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000">
                          <a:latin typeface="Roboto"/>
                          <a:ea typeface="Roboto"/>
                          <a:cs typeface="Roboto"/>
                          <a:sym typeface="Roboto"/>
                        </a:rPr>
                        <a:t>R$ 136,43</a:t>
                      </a:r>
                      <a:endParaRPr sz="2000">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tcPr>
                </a:tc>
              </a:tr>
              <a:tr h="733900">
                <a:tc>
                  <a:txBody>
                    <a:bodyPr/>
                    <a:lstStyle/>
                    <a:p>
                      <a:pPr indent="0" lvl="0" marL="0" rtl="0" algn="ctr">
                        <a:lnSpc>
                          <a:spcPct val="115000"/>
                        </a:lnSpc>
                        <a:spcBef>
                          <a:spcPts val="0"/>
                        </a:spcBef>
                        <a:spcAft>
                          <a:spcPts val="0"/>
                        </a:spcAft>
                        <a:buNone/>
                      </a:pPr>
                      <a:r>
                        <a:rPr b="1" lang="pt-BR" sz="2000">
                          <a:solidFill>
                            <a:srgbClr val="FFFFFF"/>
                          </a:solidFill>
                          <a:latin typeface="Roboto"/>
                          <a:ea typeface="Roboto"/>
                          <a:cs typeface="Roboto"/>
                          <a:sym typeface="Roboto"/>
                        </a:rPr>
                        <a:t>Total</a:t>
                      </a:r>
                      <a:endParaRPr b="1" sz="2000">
                        <a:solidFill>
                          <a:srgbClr val="FFFFFF"/>
                        </a:solidFill>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B864FF"/>
                    </a:solidFill>
                  </a:tcPr>
                </a:tc>
                <a:tc>
                  <a:txBody>
                    <a:bodyPr/>
                    <a:lstStyle/>
                    <a:p>
                      <a:pPr indent="0" lvl="0" marL="0" rtl="0" algn="ctr">
                        <a:lnSpc>
                          <a:spcPct val="115000"/>
                        </a:lnSpc>
                        <a:spcBef>
                          <a:spcPts val="0"/>
                        </a:spcBef>
                        <a:spcAft>
                          <a:spcPts val="0"/>
                        </a:spcAft>
                        <a:buNone/>
                      </a:pPr>
                      <a:r>
                        <a:rPr b="1" lang="pt-BR" sz="2000">
                          <a:solidFill>
                            <a:srgbClr val="FFFFFF"/>
                          </a:solidFill>
                          <a:latin typeface="Roboto"/>
                          <a:ea typeface="Roboto"/>
                          <a:cs typeface="Roboto"/>
                          <a:sym typeface="Roboto"/>
                        </a:rPr>
                        <a:t>R$ 8.727,46</a:t>
                      </a:r>
                      <a:endParaRPr b="1" sz="2000">
                        <a:solidFill>
                          <a:srgbClr val="FFFFFF"/>
                        </a:solidFill>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B864FF"/>
                    </a:solidFill>
                  </a:tcPr>
                </a:tc>
                <a:tc>
                  <a:txBody>
                    <a:bodyPr/>
                    <a:lstStyle/>
                    <a:p>
                      <a:pPr indent="0" lvl="0" marL="0" rtl="0" algn="ctr">
                        <a:lnSpc>
                          <a:spcPct val="115000"/>
                        </a:lnSpc>
                        <a:spcBef>
                          <a:spcPts val="0"/>
                        </a:spcBef>
                        <a:spcAft>
                          <a:spcPts val="0"/>
                        </a:spcAft>
                        <a:buNone/>
                      </a:pPr>
                      <a:r>
                        <a:rPr b="1" lang="pt-BR" sz="2000">
                          <a:solidFill>
                            <a:srgbClr val="FFFFFF"/>
                          </a:solidFill>
                          <a:latin typeface="Roboto"/>
                          <a:ea typeface="Roboto"/>
                          <a:cs typeface="Roboto"/>
                          <a:sym typeface="Roboto"/>
                        </a:rPr>
                        <a:t>818.587</a:t>
                      </a:r>
                      <a:endParaRPr b="1" sz="2000">
                        <a:solidFill>
                          <a:srgbClr val="FFFFFF"/>
                        </a:solidFill>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B864FF"/>
                    </a:solidFill>
                  </a:tcPr>
                </a:tc>
                <a:tc>
                  <a:txBody>
                    <a:bodyPr/>
                    <a:lstStyle/>
                    <a:p>
                      <a:pPr indent="0" lvl="0" marL="0" rtl="0" algn="ctr">
                        <a:lnSpc>
                          <a:spcPct val="115000"/>
                        </a:lnSpc>
                        <a:spcBef>
                          <a:spcPts val="0"/>
                        </a:spcBef>
                        <a:spcAft>
                          <a:spcPts val="0"/>
                        </a:spcAft>
                        <a:buNone/>
                      </a:pPr>
                      <a:r>
                        <a:rPr b="1" lang="pt-BR" sz="2000">
                          <a:solidFill>
                            <a:srgbClr val="FFFFFF"/>
                          </a:solidFill>
                          <a:latin typeface="Roboto"/>
                          <a:ea typeface="Roboto"/>
                          <a:cs typeface="Roboto"/>
                          <a:sym typeface="Roboto"/>
                        </a:rPr>
                        <a:t>2,05%</a:t>
                      </a:r>
                      <a:endParaRPr b="1" sz="2000">
                        <a:solidFill>
                          <a:srgbClr val="FFFFFF"/>
                        </a:solidFill>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B864FF"/>
                    </a:solidFill>
                  </a:tcPr>
                </a:tc>
                <a:tc>
                  <a:txBody>
                    <a:bodyPr/>
                    <a:lstStyle/>
                    <a:p>
                      <a:pPr indent="0" lvl="0" marL="0" rtl="0" algn="ctr">
                        <a:lnSpc>
                          <a:spcPct val="115000"/>
                        </a:lnSpc>
                        <a:spcBef>
                          <a:spcPts val="0"/>
                        </a:spcBef>
                        <a:spcAft>
                          <a:spcPts val="0"/>
                        </a:spcAft>
                        <a:buNone/>
                      </a:pPr>
                      <a:r>
                        <a:rPr b="1" lang="pt-BR" sz="2000">
                          <a:solidFill>
                            <a:srgbClr val="FFFFFF"/>
                          </a:solidFill>
                          <a:latin typeface="Roboto"/>
                          <a:ea typeface="Roboto"/>
                          <a:cs typeface="Roboto"/>
                          <a:sym typeface="Roboto"/>
                        </a:rPr>
                        <a:t>R$ 0,52</a:t>
                      </a:r>
                      <a:endParaRPr b="1" sz="2000">
                        <a:solidFill>
                          <a:srgbClr val="FFFFFF"/>
                        </a:solidFill>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B864FF"/>
                    </a:solidFill>
                  </a:tcPr>
                </a:tc>
                <a:tc>
                  <a:txBody>
                    <a:bodyPr/>
                    <a:lstStyle/>
                    <a:p>
                      <a:pPr indent="0" lvl="0" marL="0" rtl="0" algn="ctr">
                        <a:lnSpc>
                          <a:spcPct val="115000"/>
                        </a:lnSpc>
                        <a:spcBef>
                          <a:spcPts val="0"/>
                        </a:spcBef>
                        <a:spcAft>
                          <a:spcPts val="0"/>
                        </a:spcAft>
                        <a:buNone/>
                      </a:pPr>
                      <a:r>
                        <a:rPr b="1" lang="pt-BR" sz="2000">
                          <a:solidFill>
                            <a:srgbClr val="FFFFFF"/>
                          </a:solidFill>
                          <a:latin typeface="Roboto"/>
                          <a:ea typeface="Roboto"/>
                          <a:cs typeface="Roboto"/>
                          <a:sym typeface="Roboto"/>
                        </a:rPr>
                        <a:t>16.756</a:t>
                      </a:r>
                      <a:endParaRPr b="1" sz="2000">
                        <a:solidFill>
                          <a:srgbClr val="FFFFFF"/>
                        </a:solidFill>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B864FF"/>
                    </a:solidFill>
                  </a:tcPr>
                </a:tc>
                <a:tc>
                  <a:txBody>
                    <a:bodyPr/>
                    <a:lstStyle/>
                    <a:p>
                      <a:pPr indent="0" lvl="0" marL="0" rtl="0" algn="ctr">
                        <a:lnSpc>
                          <a:spcPct val="115000"/>
                        </a:lnSpc>
                        <a:spcBef>
                          <a:spcPts val="0"/>
                        </a:spcBef>
                        <a:spcAft>
                          <a:spcPts val="0"/>
                        </a:spcAft>
                        <a:buNone/>
                      </a:pPr>
                      <a:r>
                        <a:rPr b="1" lang="pt-BR" sz="2000">
                          <a:solidFill>
                            <a:srgbClr val="FFFFFF"/>
                          </a:solidFill>
                          <a:latin typeface="Roboto"/>
                          <a:ea typeface="Roboto"/>
                          <a:cs typeface="Roboto"/>
                          <a:sym typeface="Roboto"/>
                        </a:rPr>
                        <a:t>26,22%</a:t>
                      </a:r>
                      <a:endParaRPr b="1" sz="2000">
                        <a:solidFill>
                          <a:srgbClr val="FFFFFF"/>
                        </a:solidFill>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B864FF"/>
                    </a:solidFill>
                  </a:tcPr>
                </a:tc>
                <a:tc>
                  <a:txBody>
                    <a:bodyPr/>
                    <a:lstStyle/>
                    <a:p>
                      <a:pPr indent="0" lvl="0" marL="0" rtl="0" algn="ctr">
                        <a:lnSpc>
                          <a:spcPct val="115000"/>
                        </a:lnSpc>
                        <a:spcBef>
                          <a:spcPts val="0"/>
                        </a:spcBef>
                        <a:spcAft>
                          <a:spcPts val="0"/>
                        </a:spcAft>
                        <a:buNone/>
                      </a:pPr>
                      <a:r>
                        <a:rPr b="1" lang="pt-BR" sz="2000">
                          <a:solidFill>
                            <a:srgbClr val="FFFFFF"/>
                          </a:solidFill>
                          <a:latin typeface="Roboto"/>
                          <a:ea typeface="Roboto"/>
                          <a:cs typeface="Roboto"/>
                          <a:sym typeface="Roboto"/>
                        </a:rPr>
                        <a:t>2.288</a:t>
                      </a:r>
                      <a:endParaRPr b="1" sz="2000">
                        <a:solidFill>
                          <a:srgbClr val="FFFFFF"/>
                        </a:solidFill>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B864FF"/>
                    </a:solidFill>
                  </a:tcPr>
                </a:tc>
                <a:tc>
                  <a:txBody>
                    <a:bodyPr/>
                    <a:lstStyle/>
                    <a:p>
                      <a:pPr indent="0" lvl="0" marL="0" rtl="0" algn="ctr">
                        <a:lnSpc>
                          <a:spcPct val="115000"/>
                        </a:lnSpc>
                        <a:spcBef>
                          <a:spcPts val="0"/>
                        </a:spcBef>
                        <a:spcAft>
                          <a:spcPts val="0"/>
                        </a:spcAft>
                        <a:buNone/>
                      </a:pPr>
                      <a:r>
                        <a:rPr b="1" lang="pt-BR" sz="2000">
                          <a:solidFill>
                            <a:srgbClr val="FFFFFF"/>
                          </a:solidFill>
                          <a:latin typeface="Roboto"/>
                          <a:ea typeface="Roboto"/>
                          <a:cs typeface="Roboto"/>
                          <a:sym typeface="Roboto"/>
                        </a:rPr>
                        <a:t>R$ 3,81</a:t>
                      </a:r>
                      <a:endParaRPr b="1" sz="2000">
                        <a:solidFill>
                          <a:srgbClr val="FFFFFF"/>
                        </a:solidFill>
                        <a:latin typeface="Roboto"/>
                        <a:ea typeface="Roboto"/>
                        <a:cs typeface="Roboto"/>
                        <a:sym typeface="Roboto"/>
                      </a:endParaRPr>
                    </a:p>
                  </a:txBody>
                  <a:tcPr marT="19050" marB="19050" marR="28575" marL="28575" anchor="ctr">
                    <a:lnL cap="flat" cmpd="sng" w="14300">
                      <a:solidFill>
                        <a:srgbClr val="D9D9D9">
                          <a:alpha val="0"/>
                        </a:srgbClr>
                      </a:solidFill>
                      <a:prstDash val="solid"/>
                      <a:round/>
                      <a:headEnd len="sm" w="sm" type="none"/>
                      <a:tailEnd len="sm" w="sm" type="none"/>
                    </a:lnL>
                    <a:lnR cap="flat" cmpd="sng" w="14300">
                      <a:solidFill>
                        <a:srgbClr val="D9D9D9">
                          <a:alpha val="0"/>
                        </a:srgbClr>
                      </a:solidFill>
                      <a:prstDash val="solid"/>
                      <a:round/>
                      <a:headEnd len="sm" w="sm" type="none"/>
                      <a:tailEnd len="sm" w="sm" type="none"/>
                    </a:lnR>
                    <a:lnT cap="flat" cmpd="sng" w="14300">
                      <a:solidFill>
                        <a:srgbClr val="D9D9D9">
                          <a:alpha val="0"/>
                        </a:srgbClr>
                      </a:solidFill>
                      <a:prstDash val="solid"/>
                      <a:round/>
                      <a:headEnd len="sm" w="sm" type="none"/>
                      <a:tailEnd len="sm" w="sm" type="none"/>
                    </a:lnT>
                    <a:lnB cap="flat" cmpd="sng" w="14300">
                      <a:solidFill>
                        <a:srgbClr val="D9D9D9">
                          <a:alpha val="0"/>
                        </a:srgbClr>
                      </a:solidFill>
                      <a:prstDash val="solid"/>
                      <a:round/>
                      <a:headEnd len="sm" w="sm" type="none"/>
                      <a:tailEnd len="sm" w="sm" type="none"/>
                    </a:lnB>
                    <a:solidFill>
                      <a:srgbClr val="B864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6"/>
          <p:cNvSpPr txBox="1"/>
          <p:nvPr/>
        </p:nvSpPr>
        <p:spPr>
          <a:xfrm>
            <a:off x="843500" y="844475"/>
            <a:ext cx="139839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6300">
                <a:solidFill>
                  <a:srgbClr val="B864FF"/>
                </a:solidFill>
                <a:latin typeface="Roboto"/>
                <a:ea typeface="Roboto"/>
                <a:cs typeface="Roboto"/>
                <a:sym typeface="Roboto"/>
              </a:rPr>
              <a:t>Dados de Performance</a:t>
            </a:r>
            <a:endParaRPr sz="6300">
              <a:solidFill>
                <a:srgbClr val="3F3F3F"/>
              </a:solidFill>
            </a:endParaRPr>
          </a:p>
        </p:txBody>
      </p:sp>
      <p:sp>
        <p:nvSpPr>
          <p:cNvPr id="181" name="Google Shape;181;p36"/>
          <p:cNvSpPr txBox="1"/>
          <p:nvPr/>
        </p:nvSpPr>
        <p:spPr>
          <a:xfrm>
            <a:off x="16055839" y="9814094"/>
            <a:ext cx="12387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pt-BR" sz="1700">
                <a:solidFill>
                  <a:schemeClr val="dk1"/>
                </a:solidFill>
                <a:latin typeface="Roboto Black"/>
                <a:ea typeface="Roboto Black"/>
                <a:cs typeface="Roboto Black"/>
                <a:sym typeface="Roboto Black"/>
              </a:rPr>
              <a:t>43%</a:t>
            </a:r>
            <a:endParaRPr/>
          </a:p>
        </p:txBody>
      </p:sp>
      <p:sp>
        <p:nvSpPr>
          <p:cNvPr id="182" name="Google Shape;182;p36"/>
          <p:cNvSpPr txBox="1"/>
          <p:nvPr/>
        </p:nvSpPr>
        <p:spPr>
          <a:xfrm>
            <a:off x="1115425" y="7002246"/>
            <a:ext cx="16571100" cy="22935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0"/>
              </a:spcAft>
              <a:buNone/>
            </a:pPr>
            <a:r>
              <a:t/>
            </a:r>
            <a:endParaRPr sz="2000">
              <a:solidFill>
                <a:srgbClr val="434343"/>
              </a:solidFill>
              <a:latin typeface="Roboto"/>
              <a:ea typeface="Roboto"/>
              <a:cs typeface="Roboto"/>
              <a:sym typeface="Roboto"/>
            </a:endParaRPr>
          </a:p>
          <a:p>
            <a:pPr indent="-342900" lvl="0" marL="457200" rtl="0" algn="l">
              <a:lnSpc>
                <a:spcPct val="115000"/>
              </a:lnSpc>
              <a:spcBef>
                <a:spcPts val="1200"/>
              </a:spcBef>
              <a:spcAft>
                <a:spcPts val="0"/>
              </a:spcAft>
              <a:buClr>
                <a:schemeClr val="lt1"/>
              </a:buClr>
              <a:buSzPts val="1800"/>
              <a:buFont typeface="Roboto"/>
              <a:buChar char="❖"/>
            </a:pPr>
            <a:r>
              <a:rPr lang="pt-BR" sz="2000">
                <a:solidFill>
                  <a:srgbClr val="434343"/>
                </a:solidFill>
                <a:latin typeface="Roboto"/>
                <a:ea typeface="Roboto"/>
                <a:cs typeface="Roboto"/>
                <a:sym typeface="Roboto"/>
              </a:rPr>
              <a:t> Desde janeiro, acompanhamos uma projeção contínua de crescimento no volume de conversões, com metas mensais estruturadas para sustentar essa evolução de forma consistente. Os resultados de abril reforçam essa trajetória, mostrando que o planejamento vem sendo executado com eficiência e aderência às expectativas de crescimento.</a:t>
            </a:r>
            <a:endParaRPr sz="2000">
              <a:solidFill>
                <a:srgbClr val="434343"/>
              </a:solidFill>
              <a:latin typeface="Roboto"/>
              <a:ea typeface="Roboto"/>
              <a:cs typeface="Roboto"/>
              <a:sym typeface="Roboto"/>
            </a:endParaRPr>
          </a:p>
          <a:p>
            <a:pPr indent="0" lvl="0" marL="457200" rtl="0" algn="l">
              <a:lnSpc>
                <a:spcPct val="150000"/>
              </a:lnSpc>
              <a:spcBef>
                <a:spcPts val="1200"/>
              </a:spcBef>
              <a:spcAft>
                <a:spcPts val="0"/>
              </a:spcAft>
              <a:buNone/>
            </a:pPr>
            <a:r>
              <a:t/>
            </a:r>
            <a:endParaRPr sz="1800">
              <a:solidFill>
                <a:srgbClr val="434343"/>
              </a:solidFill>
              <a:latin typeface="Roboto"/>
              <a:ea typeface="Roboto"/>
              <a:cs typeface="Roboto"/>
              <a:sym typeface="Roboto"/>
            </a:endParaRPr>
          </a:p>
        </p:txBody>
      </p:sp>
      <p:pic>
        <p:nvPicPr>
          <p:cNvPr id="183" name="Google Shape;183;p36" title="Gráfico"/>
          <p:cNvPicPr preferRelativeResize="0"/>
          <p:nvPr/>
        </p:nvPicPr>
        <p:blipFill>
          <a:blip r:embed="rId3">
            <a:alphaModFix/>
          </a:blip>
          <a:stretch>
            <a:fillRect/>
          </a:stretch>
        </p:blipFill>
        <p:spPr>
          <a:xfrm>
            <a:off x="4742974" y="1998875"/>
            <a:ext cx="8802051" cy="5442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7"/>
          <p:cNvSpPr/>
          <p:nvPr/>
        </p:nvSpPr>
        <p:spPr>
          <a:xfrm>
            <a:off x="7269875" y="224800"/>
            <a:ext cx="4011600" cy="23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37"/>
          <p:cNvSpPr txBox="1"/>
          <p:nvPr/>
        </p:nvSpPr>
        <p:spPr>
          <a:xfrm>
            <a:off x="4595018" y="83017"/>
            <a:ext cx="9097800" cy="523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pt-BR" sz="1000">
                <a:solidFill>
                  <a:srgbClr val="403748"/>
                </a:solidFill>
                <a:latin typeface="Roboto"/>
                <a:ea typeface="Roboto"/>
                <a:cs typeface="Roboto"/>
                <a:sym typeface="Roboto"/>
              </a:rPr>
              <a:t>PRO MATRE</a:t>
            </a:r>
            <a:endParaRPr sz="1000">
              <a:solidFill>
                <a:srgbClr val="403748"/>
              </a:solidFill>
              <a:latin typeface="Roboto"/>
              <a:ea typeface="Roboto"/>
              <a:cs typeface="Roboto"/>
              <a:sym typeface="Roboto"/>
            </a:endParaRPr>
          </a:p>
          <a:p>
            <a:pPr indent="0" lvl="0" marL="0" rtl="0" algn="ctr">
              <a:spcBef>
                <a:spcPts val="0"/>
              </a:spcBef>
              <a:spcAft>
                <a:spcPts val="0"/>
              </a:spcAft>
              <a:buNone/>
            </a:pPr>
            <a:r>
              <a:t/>
            </a:r>
            <a:endParaRPr sz="1000">
              <a:solidFill>
                <a:srgbClr val="403748"/>
              </a:solidFill>
              <a:latin typeface="Roboto"/>
              <a:ea typeface="Roboto"/>
              <a:cs typeface="Roboto"/>
              <a:sym typeface="Roboto"/>
            </a:endParaRPr>
          </a:p>
        </p:txBody>
      </p:sp>
      <p:sp>
        <p:nvSpPr>
          <p:cNvPr id="190" name="Google Shape;190;p37"/>
          <p:cNvSpPr txBox="1"/>
          <p:nvPr/>
        </p:nvSpPr>
        <p:spPr>
          <a:xfrm>
            <a:off x="1096650" y="6296150"/>
            <a:ext cx="16094700" cy="408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400">
              <a:solidFill>
                <a:srgbClr val="666666"/>
              </a:solidFill>
              <a:latin typeface="Roboto"/>
              <a:ea typeface="Roboto"/>
              <a:cs typeface="Roboto"/>
              <a:sym typeface="Roboto"/>
            </a:endParaRPr>
          </a:p>
          <a:p>
            <a:pPr indent="-368300" lvl="0" marL="457200" rtl="0" algn="l">
              <a:lnSpc>
                <a:spcPct val="115000"/>
              </a:lnSpc>
              <a:spcBef>
                <a:spcPts val="1200"/>
              </a:spcBef>
              <a:spcAft>
                <a:spcPts val="0"/>
              </a:spcAft>
              <a:buClr>
                <a:schemeClr val="lt1"/>
              </a:buClr>
              <a:buSzPts val="2200"/>
              <a:buFont typeface="Roboto"/>
              <a:buChar char="❖"/>
            </a:pPr>
            <a:r>
              <a:rPr lang="pt-BR" sz="2200">
                <a:solidFill>
                  <a:srgbClr val="666666"/>
                </a:solidFill>
                <a:latin typeface="Roboto"/>
                <a:ea typeface="Roboto"/>
                <a:cs typeface="Roboto"/>
                <a:sym typeface="Roboto"/>
              </a:rPr>
              <a:t>Em abril, observamos uma leve retração no volume de conversões via WhatsApp, movimento concentrado principalmente na semana da Páscoa, período em que feriados costumam impactar diretamente o comportamento e a disponibilidade dos usuários para interação.</a:t>
            </a:r>
            <a:endParaRPr sz="2200">
              <a:solidFill>
                <a:srgbClr val="666666"/>
              </a:solidFill>
              <a:latin typeface="Roboto"/>
              <a:ea typeface="Roboto"/>
              <a:cs typeface="Roboto"/>
              <a:sym typeface="Roboto"/>
            </a:endParaRPr>
          </a:p>
          <a:p>
            <a:pPr indent="0" lvl="0" marL="457200" rtl="0" algn="l">
              <a:lnSpc>
                <a:spcPct val="115000"/>
              </a:lnSpc>
              <a:spcBef>
                <a:spcPts val="1200"/>
              </a:spcBef>
              <a:spcAft>
                <a:spcPts val="0"/>
              </a:spcAft>
              <a:buNone/>
            </a:pPr>
            <a:r>
              <a:t/>
            </a:r>
            <a:endParaRPr sz="2200">
              <a:solidFill>
                <a:srgbClr val="666666"/>
              </a:solidFill>
              <a:latin typeface="Roboto"/>
              <a:ea typeface="Roboto"/>
              <a:cs typeface="Roboto"/>
              <a:sym typeface="Roboto"/>
            </a:endParaRPr>
          </a:p>
          <a:p>
            <a:pPr indent="-368300" lvl="0" marL="457200" rtl="0" algn="l">
              <a:lnSpc>
                <a:spcPct val="115000"/>
              </a:lnSpc>
              <a:spcBef>
                <a:spcPts val="1200"/>
              </a:spcBef>
              <a:spcAft>
                <a:spcPts val="0"/>
              </a:spcAft>
              <a:buClr>
                <a:schemeClr val="lt1"/>
              </a:buClr>
              <a:buSzPts val="2200"/>
              <a:buFont typeface="Roboto"/>
              <a:buChar char="❖"/>
            </a:pPr>
            <a:r>
              <a:rPr lang="pt-BR" sz="2200">
                <a:solidFill>
                  <a:srgbClr val="666666"/>
                </a:solidFill>
                <a:latin typeface="Roboto"/>
                <a:ea typeface="Roboto"/>
                <a:cs typeface="Roboto"/>
                <a:sym typeface="Roboto"/>
              </a:rPr>
              <a:t>Ainda assim, o cenário geral se manteve positivo, com crescimento expressivo nos canais de Tuotempo e Telefone. Esse avanço foi impulsionado pelos ajustes realizados nos botões da landing page no final de março, conforme recomendação estratégica, melhorando a visibilidade e usabilidade desses pontos de contato e contribuindo para o aumento das interações nesses canais.</a:t>
            </a:r>
            <a:endParaRPr sz="1800">
              <a:latin typeface="Roboto"/>
              <a:ea typeface="Roboto"/>
              <a:cs typeface="Roboto"/>
              <a:sym typeface="Roboto"/>
            </a:endParaRPr>
          </a:p>
        </p:txBody>
      </p:sp>
      <p:sp>
        <p:nvSpPr>
          <p:cNvPr id="191" name="Google Shape;191;p37"/>
          <p:cNvSpPr txBox="1"/>
          <p:nvPr/>
        </p:nvSpPr>
        <p:spPr>
          <a:xfrm>
            <a:off x="674300" y="407716"/>
            <a:ext cx="144039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6300">
                <a:solidFill>
                  <a:schemeClr val="lt1"/>
                </a:solidFill>
                <a:latin typeface="Roboto"/>
                <a:ea typeface="Roboto"/>
                <a:cs typeface="Roboto"/>
                <a:sym typeface="Roboto"/>
              </a:rPr>
              <a:t>Cliques nos botões de agendamento</a:t>
            </a:r>
            <a:endParaRPr sz="100"/>
          </a:p>
        </p:txBody>
      </p:sp>
      <p:graphicFrame>
        <p:nvGraphicFramePr>
          <p:cNvPr id="192" name="Google Shape;192;p37"/>
          <p:cNvGraphicFramePr/>
          <p:nvPr/>
        </p:nvGraphicFramePr>
        <p:xfrm>
          <a:off x="2235125" y="1756600"/>
          <a:ext cx="3000000" cy="3000000"/>
        </p:xfrm>
        <a:graphic>
          <a:graphicData uri="http://schemas.openxmlformats.org/drawingml/2006/table">
            <a:tbl>
              <a:tblPr>
                <a:noFill/>
                <a:tableStyleId>{168506B4-DBC4-4560-8028-80199286882C}</a:tableStyleId>
              </a:tblPr>
              <a:tblGrid>
                <a:gridCol w="3454400"/>
                <a:gridCol w="3454400"/>
                <a:gridCol w="3454400"/>
                <a:gridCol w="3454400"/>
              </a:tblGrid>
              <a:tr h="781125">
                <a:tc>
                  <a:txBody>
                    <a:bodyPr/>
                    <a:lstStyle/>
                    <a:p>
                      <a:pPr indent="0" lvl="0" marL="0" marR="0" rtl="0" algn="l">
                        <a:lnSpc>
                          <a:spcPct val="100000"/>
                        </a:lnSpc>
                        <a:spcBef>
                          <a:spcPts val="0"/>
                        </a:spcBef>
                        <a:spcAft>
                          <a:spcPts val="0"/>
                        </a:spcAft>
                        <a:buClr>
                          <a:srgbClr val="000000"/>
                        </a:buClr>
                        <a:buSzPts val="1800"/>
                        <a:buFont typeface="Arial"/>
                        <a:buNone/>
                      </a:pPr>
                      <a:r>
                        <a:t/>
                      </a:r>
                      <a:endParaRPr i="0" sz="2400" u="none" cap="none" strike="noStrike">
                        <a:solidFill>
                          <a:srgbClr val="000000"/>
                        </a:solidFill>
                        <a:latin typeface="Roboto"/>
                        <a:ea typeface="Roboto"/>
                        <a:cs typeface="Roboto"/>
                        <a:sym typeface="Roboto"/>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i="0" lang="pt-BR" sz="2400" u="none" cap="none" strike="noStrike">
                          <a:solidFill>
                            <a:srgbClr val="FFFFFF"/>
                          </a:solidFill>
                          <a:latin typeface="Roboto"/>
                          <a:ea typeface="Roboto"/>
                          <a:cs typeface="Roboto"/>
                          <a:sym typeface="Roboto"/>
                        </a:rPr>
                        <a:t>Whats</a:t>
                      </a:r>
                      <a:endParaRPr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864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i="0" lang="pt-BR" sz="2400" u="none" cap="none" strike="noStrike">
                          <a:solidFill>
                            <a:srgbClr val="FFFFFF"/>
                          </a:solidFill>
                          <a:latin typeface="Roboto"/>
                          <a:ea typeface="Roboto"/>
                          <a:cs typeface="Roboto"/>
                          <a:sym typeface="Roboto"/>
                        </a:rPr>
                        <a:t>Tuotempo</a:t>
                      </a:r>
                      <a:endParaRPr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864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i="0" lang="pt-BR" sz="2400" u="none" cap="none" strike="noStrike">
                          <a:solidFill>
                            <a:srgbClr val="FFFFFF"/>
                          </a:solidFill>
                          <a:latin typeface="Roboto"/>
                          <a:ea typeface="Roboto"/>
                          <a:cs typeface="Roboto"/>
                          <a:sym typeface="Roboto"/>
                        </a:rPr>
                        <a:t>Telefone</a:t>
                      </a:r>
                      <a:endParaRPr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B864FF"/>
                    </a:solidFill>
                  </a:tcPr>
                </a:tc>
              </a:tr>
              <a:tr h="722125">
                <a:tc>
                  <a:txBody>
                    <a:bodyPr/>
                    <a:lstStyle/>
                    <a:p>
                      <a:pPr indent="0" lvl="0" marL="0" marR="0" rtl="0" algn="l">
                        <a:lnSpc>
                          <a:spcPct val="100000"/>
                        </a:lnSpc>
                        <a:spcBef>
                          <a:spcPts val="0"/>
                        </a:spcBef>
                        <a:spcAft>
                          <a:spcPts val="0"/>
                        </a:spcAft>
                        <a:buClr>
                          <a:srgbClr val="000000"/>
                        </a:buClr>
                        <a:buSzPts val="1800"/>
                        <a:buFont typeface="Arial"/>
                        <a:buNone/>
                      </a:pPr>
                      <a:r>
                        <a:t/>
                      </a:r>
                      <a:endParaRPr i="0" sz="2400" u="none" cap="none" strike="noStrike">
                        <a:solidFill>
                          <a:srgbClr val="000000"/>
                        </a:solidFill>
                        <a:latin typeface="Roboto"/>
                        <a:ea typeface="Roboto"/>
                        <a:cs typeface="Roboto"/>
                        <a:sym typeface="Roboto"/>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i="0" sz="2400" u="none" cap="none" strike="noStrike">
                        <a:solidFill>
                          <a:srgbClr val="000000"/>
                        </a:solidFill>
                        <a:latin typeface="Roboto"/>
                        <a:ea typeface="Roboto"/>
                        <a:cs typeface="Roboto"/>
                        <a:sym typeface="Roboto"/>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i="0" sz="2400" u="none" cap="none" strike="noStrike">
                        <a:solidFill>
                          <a:srgbClr val="000000"/>
                        </a:solidFill>
                        <a:latin typeface="Roboto"/>
                        <a:ea typeface="Roboto"/>
                        <a:cs typeface="Roboto"/>
                        <a:sym typeface="Roboto"/>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i="0" sz="2400" u="none" cap="none" strike="noStrike">
                        <a:solidFill>
                          <a:srgbClr val="000000"/>
                        </a:solidFill>
                        <a:latin typeface="Roboto"/>
                        <a:ea typeface="Roboto"/>
                        <a:cs typeface="Roboto"/>
                        <a:sym typeface="Roboto"/>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81125">
                <a:tc>
                  <a:txBody>
                    <a:bodyPr/>
                    <a:lstStyle/>
                    <a:p>
                      <a:pPr indent="0" lvl="0" marL="0" marR="0" rtl="0" algn="ctr">
                        <a:lnSpc>
                          <a:spcPct val="100000"/>
                        </a:lnSpc>
                        <a:spcBef>
                          <a:spcPts val="0"/>
                        </a:spcBef>
                        <a:spcAft>
                          <a:spcPts val="0"/>
                        </a:spcAft>
                        <a:buClr>
                          <a:srgbClr val="000000"/>
                        </a:buClr>
                        <a:buSzPts val="1800"/>
                        <a:buFont typeface="Arial"/>
                        <a:buNone/>
                      </a:pPr>
                      <a:r>
                        <a:rPr b="1" lang="pt-BR" sz="2400">
                          <a:latin typeface="Roboto"/>
                          <a:ea typeface="Roboto"/>
                          <a:cs typeface="Roboto"/>
                          <a:sym typeface="Roboto"/>
                        </a:rPr>
                        <a:t>Fevereiro</a:t>
                      </a:r>
                      <a:endParaRPr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pt-BR" sz="2400">
                          <a:latin typeface="Roboto"/>
                          <a:ea typeface="Roboto"/>
                          <a:cs typeface="Roboto"/>
                          <a:sym typeface="Roboto"/>
                        </a:rPr>
                        <a:t>975</a:t>
                      </a:r>
                      <a:endParaRPr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pt-BR" sz="2400">
                          <a:latin typeface="Roboto"/>
                          <a:ea typeface="Roboto"/>
                          <a:cs typeface="Roboto"/>
                          <a:sym typeface="Roboto"/>
                        </a:rPr>
                        <a:t>736</a:t>
                      </a:r>
                      <a:endParaRPr b="1"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pt-BR" sz="2400">
                          <a:latin typeface="Roboto"/>
                          <a:ea typeface="Roboto"/>
                          <a:cs typeface="Roboto"/>
                          <a:sym typeface="Roboto"/>
                        </a:rPr>
                        <a:t>96</a:t>
                      </a:r>
                      <a:endParaRPr b="1"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433250">
                <a:tc>
                  <a:txBody>
                    <a:bodyPr/>
                    <a:lstStyle/>
                    <a:p>
                      <a:pPr indent="0" lvl="0" marL="0" marR="0" rtl="0" algn="l">
                        <a:lnSpc>
                          <a:spcPct val="100000"/>
                        </a:lnSpc>
                        <a:spcBef>
                          <a:spcPts val="0"/>
                        </a:spcBef>
                        <a:spcAft>
                          <a:spcPts val="0"/>
                        </a:spcAft>
                        <a:buClr>
                          <a:srgbClr val="000000"/>
                        </a:buClr>
                        <a:buSzPts val="1100"/>
                        <a:buFont typeface="Arial"/>
                        <a:buNone/>
                      </a:pPr>
                      <a:r>
                        <a:t/>
                      </a:r>
                      <a:endParaRPr i="0" sz="2400" u="none" cap="none" strike="noStrike">
                        <a:solidFill>
                          <a:srgbClr val="000000"/>
                        </a:solidFill>
                        <a:latin typeface="Roboto"/>
                        <a:ea typeface="Roboto"/>
                        <a:cs typeface="Roboto"/>
                        <a:sym typeface="Roboto"/>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i="0" sz="2400" u="none" cap="none" strike="noStrike">
                        <a:solidFill>
                          <a:srgbClr val="000000"/>
                        </a:solidFill>
                        <a:latin typeface="Roboto"/>
                        <a:ea typeface="Roboto"/>
                        <a:cs typeface="Roboto"/>
                        <a:sym typeface="Roboto"/>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i="0" sz="2400" u="none" cap="none" strike="noStrike">
                        <a:solidFill>
                          <a:srgbClr val="000000"/>
                        </a:solidFill>
                        <a:latin typeface="Roboto"/>
                        <a:ea typeface="Roboto"/>
                        <a:cs typeface="Roboto"/>
                        <a:sym typeface="Roboto"/>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i="0" sz="2400" u="none" cap="none" strike="noStrike">
                        <a:solidFill>
                          <a:srgbClr val="000000"/>
                        </a:solidFill>
                        <a:latin typeface="Roboto"/>
                        <a:ea typeface="Roboto"/>
                        <a:cs typeface="Roboto"/>
                        <a:sym typeface="Roboto"/>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81125">
                <a:tc>
                  <a:txBody>
                    <a:bodyPr/>
                    <a:lstStyle/>
                    <a:p>
                      <a:pPr indent="0" lvl="0" marL="0" marR="0" rtl="0" algn="ctr">
                        <a:lnSpc>
                          <a:spcPct val="100000"/>
                        </a:lnSpc>
                        <a:spcBef>
                          <a:spcPts val="0"/>
                        </a:spcBef>
                        <a:spcAft>
                          <a:spcPts val="0"/>
                        </a:spcAft>
                        <a:buClr>
                          <a:srgbClr val="000000"/>
                        </a:buClr>
                        <a:buSzPts val="1800"/>
                        <a:buFont typeface="Arial"/>
                        <a:buNone/>
                      </a:pPr>
                      <a:r>
                        <a:rPr b="1" lang="pt-BR" sz="2400">
                          <a:latin typeface="Roboto"/>
                          <a:ea typeface="Roboto"/>
                          <a:cs typeface="Roboto"/>
                          <a:sym typeface="Roboto"/>
                        </a:rPr>
                        <a:t>Março</a:t>
                      </a:r>
                      <a:endParaRPr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pt-BR" sz="2400">
                          <a:latin typeface="Roboto"/>
                          <a:ea typeface="Roboto"/>
                          <a:cs typeface="Roboto"/>
                          <a:sym typeface="Roboto"/>
                        </a:rPr>
                        <a:t>1.143</a:t>
                      </a:r>
                      <a:endParaRPr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pt-BR" sz="2400">
                          <a:latin typeface="Roboto"/>
                          <a:ea typeface="Roboto"/>
                          <a:cs typeface="Roboto"/>
                          <a:sym typeface="Roboto"/>
                        </a:rPr>
                        <a:t>523</a:t>
                      </a:r>
                      <a:endParaRPr b="1"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pt-BR" sz="2400">
                          <a:latin typeface="Roboto"/>
                          <a:ea typeface="Roboto"/>
                          <a:cs typeface="Roboto"/>
                          <a:sym typeface="Roboto"/>
                        </a:rPr>
                        <a:t>146</a:t>
                      </a:r>
                      <a:endParaRPr b="1"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r h="433250">
                <a:tc>
                  <a:txBody>
                    <a:bodyPr/>
                    <a:lstStyle/>
                    <a:p>
                      <a:pPr indent="0" lvl="0" marL="0" marR="0" rtl="0" algn="l">
                        <a:lnSpc>
                          <a:spcPct val="100000"/>
                        </a:lnSpc>
                        <a:spcBef>
                          <a:spcPts val="0"/>
                        </a:spcBef>
                        <a:spcAft>
                          <a:spcPts val="0"/>
                        </a:spcAft>
                        <a:buClr>
                          <a:srgbClr val="000000"/>
                        </a:buClr>
                        <a:buSzPts val="1100"/>
                        <a:buFont typeface="Arial"/>
                        <a:buNone/>
                      </a:pPr>
                      <a:r>
                        <a:t/>
                      </a:r>
                      <a:endParaRPr i="0" sz="2400" u="none" cap="none" strike="noStrike">
                        <a:solidFill>
                          <a:srgbClr val="000000"/>
                        </a:solidFill>
                        <a:latin typeface="Roboto"/>
                        <a:ea typeface="Roboto"/>
                        <a:cs typeface="Roboto"/>
                        <a:sym typeface="Roboto"/>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i="0" sz="2400" u="none" cap="none" strike="noStrike">
                        <a:solidFill>
                          <a:srgbClr val="000000"/>
                        </a:solidFill>
                        <a:latin typeface="Roboto"/>
                        <a:ea typeface="Roboto"/>
                        <a:cs typeface="Roboto"/>
                        <a:sym typeface="Roboto"/>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i="0" sz="2400" u="none" cap="none" strike="noStrike">
                        <a:solidFill>
                          <a:srgbClr val="000000"/>
                        </a:solidFill>
                        <a:latin typeface="Roboto"/>
                        <a:ea typeface="Roboto"/>
                        <a:cs typeface="Roboto"/>
                        <a:sym typeface="Roboto"/>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i="0" sz="2400" u="none" cap="none" strike="noStrike">
                        <a:solidFill>
                          <a:srgbClr val="000000"/>
                        </a:solidFill>
                        <a:latin typeface="Roboto"/>
                        <a:ea typeface="Roboto"/>
                        <a:cs typeface="Roboto"/>
                        <a:sym typeface="Roboto"/>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81125">
                <a:tc>
                  <a:txBody>
                    <a:bodyPr/>
                    <a:lstStyle/>
                    <a:p>
                      <a:pPr indent="0" lvl="0" marL="0" marR="0" rtl="0" algn="ctr">
                        <a:lnSpc>
                          <a:spcPct val="100000"/>
                        </a:lnSpc>
                        <a:spcBef>
                          <a:spcPts val="0"/>
                        </a:spcBef>
                        <a:spcAft>
                          <a:spcPts val="0"/>
                        </a:spcAft>
                        <a:buClr>
                          <a:srgbClr val="000000"/>
                        </a:buClr>
                        <a:buSzPts val="1800"/>
                        <a:buFont typeface="Arial"/>
                        <a:buNone/>
                      </a:pPr>
                      <a:r>
                        <a:rPr b="1" lang="pt-BR" sz="2400">
                          <a:latin typeface="Roboto"/>
                          <a:ea typeface="Roboto"/>
                          <a:cs typeface="Roboto"/>
                          <a:sym typeface="Roboto"/>
                        </a:rPr>
                        <a:t>Abril</a:t>
                      </a:r>
                      <a:endParaRPr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pt-BR" sz="2400">
                          <a:latin typeface="Roboto"/>
                          <a:ea typeface="Roboto"/>
                          <a:cs typeface="Roboto"/>
                          <a:sym typeface="Roboto"/>
                        </a:rPr>
                        <a:t>1.078</a:t>
                      </a:r>
                      <a:endParaRPr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pt-BR" sz="2400">
                          <a:latin typeface="Roboto"/>
                          <a:ea typeface="Roboto"/>
                          <a:cs typeface="Roboto"/>
                          <a:sym typeface="Roboto"/>
                        </a:rPr>
                        <a:t>1.025</a:t>
                      </a:r>
                      <a:endParaRPr b="1"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pt-BR" sz="2400">
                          <a:latin typeface="Roboto"/>
                          <a:ea typeface="Roboto"/>
                          <a:cs typeface="Roboto"/>
                          <a:sym typeface="Roboto"/>
                        </a:rPr>
                        <a:t>163</a:t>
                      </a:r>
                      <a:endParaRPr b="1" sz="2400" u="none" cap="none" strike="noStrike">
                        <a:latin typeface="Roboto"/>
                        <a:ea typeface="Roboto"/>
                        <a:cs typeface="Roboto"/>
                        <a:sym typeface="Roboto"/>
                      </a:endParaRPr>
                    </a:p>
                  </a:txBody>
                  <a:tcPr marT="9525" marB="0" marR="9525" marL="95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8"/>
          <p:cNvSpPr/>
          <p:nvPr/>
        </p:nvSpPr>
        <p:spPr>
          <a:xfrm>
            <a:off x="7269875" y="224800"/>
            <a:ext cx="4011600" cy="23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38"/>
          <p:cNvSpPr txBox="1"/>
          <p:nvPr/>
        </p:nvSpPr>
        <p:spPr>
          <a:xfrm>
            <a:off x="4595018" y="83017"/>
            <a:ext cx="9097800" cy="523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pt-BR" sz="1000">
                <a:solidFill>
                  <a:srgbClr val="403748"/>
                </a:solidFill>
                <a:latin typeface="Roboto"/>
                <a:ea typeface="Roboto"/>
                <a:cs typeface="Roboto"/>
                <a:sym typeface="Roboto"/>
              </a:rPr>
              <a:t>PRO MATRE</a:t>
            </a:r>
            <a:endParaRPr sz="1000">
              <a:solidFill>
                <a:srgbClr val="403748"/>
              </a:solidFill>
              <a:latin typeface="Roboto"/>
              <a:ea typeface="Roboto"/>
              <a:cs typeface="Roboto"/>
              <a:sym typeface="Roboto"/>
            </a:endParaRPr>
          </a:p>
          <a:p>
            <a:pPr indent="0" lvl="0" marL="0" rtl="0" algn="ctr">
              <a:spcBef>
                <a:spcPts val="0"/>
              </a:spcBef>
              <a:spcAft>
                <a:spcPts val="0"/>
              </a:spcAft>
              <a:buNone/>
            </a:pPr>
            <a:r>
              <a:t/>
            </a:r>
            <a:endParaRPr sz="1000">
              <a:solidFill>
                <a:srgbClr val="403748"/>
              </a:solidFill>
              <a:latin typeface="Roboto"/>
              <a:ea typeface="Roboto"/>
              <a:cs typeface="Roboto"/>
              <a:sym typeface="Roboto"/>
            </a:endParaRPr>
          </a:p>
        </p:txBody>
      </p:sp>
      <p:sp>
        <p:nvSpPr>
          <p:cNvPr id="199" name="Google Shape;199;p38"/>
          <p:cNvSpPr txBox="1"/>
          <p:nvPr/>
        </p:nvSpPr>
        <p:spPr>
          <a:xfrm>
            <a:off x="1096650" y="6634525"/>
            <a:ext cx="16834800" cy="366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2200">
              <a:solidFill>
                <a:srgbClr val="666666"/>
              </a:solidFill>
              <a:latin typeface="Roboto"/>
              <a:ea typeface="Roboto"/>
              <a:cs typeface="Roboto"/>
              <a:sym typeface="Roboto"/>
            </a:endParaRPr>
          </a:p>
          <a:p>
            <a:pPr indent="-368300" lvl="0" marL="457200" rtl="0" algn="l">
              <a:lnSpc>
                <a:spcPct val="115000"/>
              </a:lnSpc>
              <a:spcBef>
                <a:spcPts val="1200"/>
              </a:spcBef>
              <a:spcAft>
                <a:spcPts val="0"/>
              </a:spcAft>
              <a:buClr>
                <a:schemeClr val="lt1"/>
              </a:buClr>
              <a:buSzPts val="2200"/>
              <a:buFont typeface="Roboto"/>
              <a:buChar char="❖"/>
            </a:pPr>
            <a:r>
              <a:rPr lang="pt-BR" sz="2200">
                <a:solidFill>
                  <a:srgbClr val="666666"/>
                </a:solidFill>
                <a:latin typeface="Roboto"/>
                <a:ea typeface="Roboto"/>
                <a:cs typeface="Roboto"/>
                <a:sym typeface="Roboto"/>
              </a:rPr>
              <a:t>A campanha Institucional segue como principal responsável pelo volume de conversões, com destaque para o canal Tuotempo, que concentrou a maior parte dos agendamentos no período. Esse comportamento reforça a força da campanha na captura de demanda mais qualificada e na geração de ações de maior intenção.</a:t>
            </a:r>
            <a:endParaRPr sz="2200">
              <a:solidFill>
                <a:srgbClr val="666666"/>
              </a:solidFill>
              <a:latin typeface="Roboto"/>
              <a:ea typeface="Roboto"/>
              <a:cs typeface="Roboto"/>
              <a:sym typeface="Roboto"/>
            </a:endParaRPr>
          </a:p>
          <a:p>
            <a:pPr indent="0" lvl="0" marL="0" rtl="0" algn="l">
              <a:lnSpc>
                <a:spcPct val="115000"/>
              </a:lnSpc>
              <a:spcBef>
                <a:spcPts val="1200"/>
              </a:spcBef>
              <a:spcAft>
                <a:spcPts val="0"/>
              </a:spcAft>
              <a:buNone/>
            </a:pPr>
            <a:r>
              <a:t/>
            </a:r>
            <a:endParaRPr sz="2200">
              <a:solidFill>
                <a:srgbClr val="666666"/>
              </a:solidFill>
              <a:latin typeface="Roboto"/>
              <a:ea typeface="Roboto"/>
              <a:cs typeface="Roboto"/>
              <a:sym typeface="Roboto"/>
            </a:endParaRPr>
          </a:p>
          <a:p>
            <a:pPr indent="-368300" lvl="0" marL="457200" rtl="0" algn="l">
              <a:lnSpc>
                <a:spcPct val="115000"/>
              </a:lnSpc>
              <a:spcBef>
                <a:spcPts val="1200"/>
              </a:spcBef>
              <a:spcAft>
                <a:spcPts val="0"/>
              </a:spcAft>
              <a:buClr>
                <a:schemeClr val="lt1"/>
              </a:buClr>
              <a:buSzPts val="2200"/>
              <a:buFont typeface="Roboto"/>
              <a:buChar char="❖"/>
            </a:pPr>
            <a:r>
              <a:rPr lang="pt-BR" sz="2200">
                <a:solidFill>
                  <a:srgbClr val="666666"/>
                </a:solidFill>
                <a:latin typeface="Roboto"/>
                <a:ea typeface="Roboto"/>
                <a:cs typeface="Roboto"/>
                <a:sym typeface="Roboto"/>
              </a:rPr>
              <a:t>As campanhas de Exames e Pré-Natal mantiveram participação complementar na estratégia, contribuindo para diversificar os pontos de entrada e fortalecer a presença da marca em frentes específicas de serviço. Mesmo com menor volume, esses resultados apoiam a construção de relevância e sustentação do ecossistema de conversão como um todo.</a:t>
            </a:r>
            <a:endParaRPr sz="2200">
              <a:solidFill>
                <a:srgbClr val="666666"/>
              </a:solidFill>
              <a:latin typeface="Roboto"/>
              <a:ea typeface="Roboto"/>
              <a:cs typeface="Roboto"/>
              <a:sym typeface="Roboto"/>
            </a:endParaRPr>
          </a:p>
        </p:txBody>
      </p:sp>
      <p:sp>
        <p:nvSpPr>
          <p:cNvPr id="200" name="Google Shape;200;p38"/>
          <p:cNvSpPr txBox="1"/>
          <p:nvPr/>
        </p:nvSpPr>
        <p:spPr>
          <a:xfrm>
            <a:off x="674300" y="909530"/>
            <a:ext cx="17705400" cy="106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5700">
                <a:solidFill>
                  <a:schemeClr val="lt1"/>
                </a:solidFill>
                <a:latin typeface="Roboto"/>
                <a:ea typeface="Roboto"/>
                <a:cs typeface="Roboto"/>
                <a:sym typeface="Roboto"/>
              </a:rPr>
              <a:t>Cliques nos botões de agendamento por campanha</a:t>
            </a:r>
            <a:endParaRPr sz="400"/>
          </a:p>
        </p:txBody>
      </p:sp>
      <p:graphicFrame>
        <p:nvGraphicFramePr>
          <p:cNvPr id="201" name="Google Shape;201;p38"/>
          <p:cNvGraphicFramePr/>
          <p:nvPr/>
        </p:nvGraphicFramePr>
        <p:xfrm>
          <a:off x="2629450" y="2520000"/>
          <a:ext cx="3000000" cy="3000000"/>
        </p:xfrm>
        <a:graphic>
          <a:graphicData uri="http://schemas.openxmlformats.org/drawingml/2006/table">
            <a:tbl>
              <a:tblPr>
                <a:noFill/>
                <a:tableStyleId>{626BDCDD-6AC9-426E-AE4F-3334DCACC9B4}</a:tableStyleId>
              </a:tblPr>
              <a:tblGrid>
                <a:gridCol w="4102950"/>
                <a:gridCol w="3906275"/>
                <a:gridCol w="2619125"/>
                <a:gridCol w="3140850"/>
              </a:tblGrid>
              <a:tr h="998300">
                <a:tc>
                  <a:txBody>
                    <a:bodyPr/>
                    <a:lstStyle/>
                    <a:p>
                      <a:pPr indent="0" lvl="0" marL="0" rtl="0" algn="ctr">
                        <a:spcBef>
                          <a:spcPts val="0"/>
                        </a:spcBef>
                        <a:spcAft>
                          <a:spcPts val="0"/>
                        </a:spcAft>
                        <a:buNone/>
                      </a:pPr>
                      <a:r>
                        <a:t/>
                      </a:r>
                      <a:endParaRPr sz="2400">
                        <a:latin typeface="Roboto"/>
                        <a:ea typeface="Roboto"/>
                        <a:cs typeface="Roboto"/>
                        <a:sym typeface="Roboto"/>
                      </a:endParaRPr>
                    </a:p>
                  </a:txBody>
                  <a:tcPr marT="19050" marB="19050" marR="28575" marL="28575" anchor="ctr">
                    <a:lnL cap="flat" cmpd="sng" w="12700">
                      <a:solidFill>
                        <a:srgbClr val="FFFFFF">
                          <a:alpha val="0"/>
                        </a:srgbClr>
                      </a:solidFill>
                      <a:prstDash val="solid"/>
                      <a:round/>
                      <a:headEnd len="sm" w="sm" type="none"/>
                      <a:tailEnd len="sm" w="sm" type="none"/>
                    </a:lnL>
                    <a:lnR cap="flat" cmpd="sng" w="12700">
                      <a:solidFill>
                        <a:srgbClr val="FFFFFF">
                          <a:alpha val="0"/>
                        </a:srgbClr>
                      </a:solidFill>
                      <a:prstDash val="solid"/>
                      <a:round/>
                      <a:headEnd len="sm" w="sm" type="none"/>
                      <a:tailEnd len="sm" w="sm" type="none"/>
                    </a:lnR>
                    <a:lnT cap="flat" cmpd="sng" w="12700">
                      <a:solidFill>
                        <a:srgbClr val="FFFFFF">
                          <a:alpha val="0"/>
                        </a:srgbClr>
                      </a:solidFill>
                      <a:prstDash val="solid"/>
                      <a:round/>
                      <a:headEnd len="sm" w="sm" type="none"/>
                      <a:tailEnd len="sm" w="sm" type="none"/>
                    </a:lnT>
                    <a:lnB cap="flat" cmpd="sng" w="12700">
                      <a:solidFill>
                        <a:srgbClr val="FFFFFF">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400">
                          <a:solidFill>
                            <a:srgbClr val="FFFFFF"/>
                          </a:solidFill>
                          <a:latin typeface="Roboto"/>
                          <a:ea typeface="Roboto"/>
                          <a:cs typeface="Roboto"/>
                          <a:sym typeface="Roboto"/>
                        </a:rPr>
                        <a:t>Whats</a:t>
                      </a:r>
                      <a:endParaRPr sz="2400">
                        <a:solidFill>
                          <a:srgbClr val="FFFFFF"/>
                        </a:solidFill>
                        <a:latin typeface="Roboto"/>
                        <a:ea typeface="Roboto"/>
                        <a:cs typeface="Roboto"/>
                        <a:sym typeface="Roboto"/>
                      </a:endParaRPr>
                    </a:p>
                  </a:txBody>
                  <a:tcPr marT="19050" marB="19050" marR="28575" marL="28575" anchor="ctr">
                    <a:lnL cap="flat" cmpd="sng" w="12700">
                      <a:solidFill>
                        <a:srgbClr val="FFFFFF">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CCCCCC">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solidFill>
                      <a:srgbClr val="B864FF"/>
                    </a:solidFill>
                  </a:tcPr>
                </a:tc>
                <a:tc>
                  <a:txBody>
                    <a:bodyPr/>
                    <a:lstStyle/>
                    <a:p>
                      <a:pPr indent="0" lvl="0" marL="0" rtl="0" algn="ctr">
                        <a:lnSpc>
                          <a:spcPct val="115000"/>
                        </a:lnSpc>
                        <a:spcBef>
                          <a:spcPts val="0"/>
                        </a:spcBef>
                        <a:spcAft>
                          <a:spcPts val="0"/>
                        </a:spcAft>
                        <a:buNone/>
                      </a:pPr>
                      <a:r>
                        <a:rPr lang="pt-BR" sz="2400">
                          <a:solidFill>
                            <a:srgbClr val="FFFFFF"/>
                          </a:solidFill>
                          <a:latin typeface="Roboto"/>
                          <a:ea typeface="Roboto"/>
                          <a:cs typeface="Roboto"/>
                          <a:sym typeface="Roboto"/>
                        </a:rPr>
                        <a:t>Tuotempo</a:t>
                      </a:r>
                      <a:endParaRPr sz="2400">
                        <a:solidFill>
                          <a:srgbClr val="FFFFFF"/>
                        </a:solidFill>
                        <a:latin typeface="Roboto"/>
                        <a:ea typeface="Roboto"/>
                        <a:cs typeface="Roboto"/>
                        <a:sym typeface="Roboto"/>
                      </a:endParaRPr>
                    </a:p>
                  </a:txBody>
                  <a:tcPr marT="19050" marB="19050" marR="28575" marL="28575" anchor="ctr">
                    <a:lnL cap="flat" cmpd="sng" w="12700">
                      <a:solidFill>
                        <a:srgbClr val="CCCCCC">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CCCCCC">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solidFill>
                      <a:srgbClr val="B864FF"/>
                    </a:solidFill>
                  </a:tcPr>
                </a:tc>
                <a:tc>
                  <a:txBody>
                    <a:bodyPr/>
                    <a:lstStyle/>
                    <a:p>
                      <a:pPr indent="0" lvl="0" marL="0" rtl="0" algn="ctr">
                        <a:lnSpc>
                          <a:spcPct val="115000"/>
                        </a:lnSpc>
                        <a:spcBef>
                          <a:spcPts val="0"/>
                        </a:spcBef>
                        <a:spcAft>
                          <a:spcPts val="0"/>
                        </a:spcAft>
                        <a:buNone/>
                      </a:pPr>
                      <a:r>
                        <a:rPr lang="pt-BR" sz="2400">
                          <a:solidFill>
                            <a:srgbClr val="FFFFFF"/>
                          </a:solidFill>
                          <a:latin typeface="Roboto"/>
                          <a:ea typeface="Roboto"/>
                          <a:cs typeface="Roboto"/>
                          <a:sym typeface="Roboto"/>
                        </a:rPr>
                        <a:t>telefone</a:t>
                      </a:r>
                      <a:endParaRPr sz="2400">
                        <a:solidFill>
                          <a:srgbClr val="FFFFFF"/>
                        </a:solidFill>
                        <a:latin typeface="Roboto"/>
                        <a:ea typeface="Roboto"/>
                        <a:cs typeface="Roboto"/>
                        <a:sym typeface="Roboto"/>
                      </a:endParaRPr>
                    </a:p>
                  </a:txBody>
                  <a:tcPr marT="19050" marB="19050" marR="28575" marL="28575" anchor="ctr">
                    <a:lnL cap="flat" cmpd="sng" w="12700">
                      <a:solidFill>
                        <a:srgbClr val="CCCCCC">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CCCCCC">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solidFill>
                      <a:srgbClr val="B864FF"/>
                    </a:solidFill>
                  </a:tcPr>
                </a:tc>
              </a:tr>
              <a:tr h="983200">
                <a:tc>
                  <a:txBody>
                    <a:bodyPr/>
                    <a:lstStyle/>
                    <a:p>
                      <a:pPr indent="0" lvl="0" marL="0" rtl="0" algn="ctr">
                        <a:lnSpc>
                          <a:spcPct val="115000"/>
                        </a:lnSpc>
                        <a:spcBef>
                          <a:spcPts val="0"/>
                        </a:spcBef>
                        <a:spcAft>
                          <a:spcPts val="0"/>
                        </a:spcAft>
                        <a:buNone/>
                      </a:pPr>
                      <a:r>
                        <a:rPr lang="pt-BR" sz="2400">
                          <a:solidFill>
                            <a:srgbClr val="FFFFFF"/>
                          </a:solidFill>
                          <a:latin typeface="Roboto"/>
                          <a:ea typeface="Roboto"/>
                          <a:cs typeface="Roboto"/>
                          <a:sym typeface="Roboto"/>
                        </a:rPr>
                        <a:t>Institucional</a:t>
                      </a:r>
                      <a:endParaRPr sz="2400">
                        <a:solidFill>
                          <a:srgbClr val="FFFFFF"/>
                        </a:solidFill>
                        <a:latin typeface="Roboto"/>
                        <a:ea typeface="Roboto"/>
                        <a:cs typeface="Roboto"/>
                        <a:sym typeface="Roboto"/>
                      </a:endParaRPr>
                    </a:p>
                  </a:txBody>
                  <a:tcPr marT="19050" marB="19050" marR="28575" marL="28575" anchor="ctr">
                    <a:lnL cap="flat" cmpd="sng" w="12700">
                      <a:solidFill>
                        <a:srgbClr val="CCCCCC">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FFFFFF">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solidFill>
                      <a:srgbClr val="B864FF"/>
                    </a:solidFill>
                  </a:tcPr>
                </a:tc>
                <a:tc>
                  <a:txBody>
                    <a:bodyPr/>
                    <a:lstStyle/>
                    <a:p>
                      <a:pPr indent="0" lvl="0" marL="0" rtl="0" algn="ctr">
                        <a:lnSpc>
                          <a:spcPct val="115000"/>
                        </a:lnSpc>
                        <a:spcBef>
                          <a:spcPts val="0"/>
                        </a:spcBef>
                        <a:spcAft>
                          <a:spcPts val="0"/>
                        </a:spcAft>
                        <a:buNone/>
                      </a:pPr>
                      <a:r>
                        <a:rPr lang="pt-BR" sz="2400">
                          <a:latin typeface="Roboto"/>
                          <a:ea typeface="Roboto"/>
                          <a:cs typeface="Roboto"/>
                          <a:sym typeface="Roboto"/>
                        </a:rPr>
                        <a:t>654</a:t>
                      </a:r>
                      <a:endParaRPr sz="2400">
                        <a:latin typeface="Roboto"/>
                        <a:ea typeface="Roboto"/>
                        <a:cs typeface="Roboto"/>
                        <a:sym typeface="Roboto"/>
                      </a:endParaRPr>
                    </a:p>
                  </a:txBody>
                  <a:tcPr marT="19050" marB="19050" marR="28575" marL="28575" anchor="ctr">
                    <a:lnL cap="flat" cmpd="sng" w="12700">
                      <a:solidFill>
                        <a:srgbClr val="CCCCCC">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CCCCCC">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400">
                          <a:latin typeface="Roboto"/>
                          <a:ea typeface="Roboto"/>
                          <a:cs typeface="Roboto"/>
                          <a:sym typeface="Roboto"/>
                        </a:rPr>
                        <a:t>880</a:t>
                      </a:r>
                      <a:endParaRPr sz="2400">
                        <a:latin typeface="Roboto"/>
                        <a:ea typeface="Roboto"/>
                        <a:cs typeface="Roboto"/>
                        <a:sym typeface="Roboto"/>
                      </a:endParaRPr>
                    </a:p>
                  </a:txBody>
                  <a:tcPr marT="19050" marB="19050" marR="28575" marL="28575" anchor="ctr">
                    <a:lnL cap="flat" cmpd="sng" w="12700">
                      <a:solidFill>
                        <a:srgbClr val="CCCCCC">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CCCCCC">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400">
                          <a:latin typeface="Roboto"/>
                          <a:ea typeface="Roboto"/>
                          <a:cs typeface="Roboto"/>
                          <a:sym typeface="Roboto"/>
                        </a:rPr>
                        <a:t>139</a:t>
                      </a:r>
                      <a:endParaRPr sz="2400">
                        <a:latin typeface="Roboto"/>
                        <a:ea typeface="Roboto"/>
                        <a:cs typeface="Roboto"/>
                        <a:sym typeface="Roboto"/>
                      </a:endParaRPr>
                    </a:p>
                  </a:txBody>
                  <a:tcPr marT="19050" marB="19050" marR="28575" marL="28575" anchor="ctr">
                    <a:lnL cap="flat" cmpd="sng" w="12700">
                      <a:solidFill>
                        <a:srgbClr val="CCCCCC">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CCCCCC">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tcPr>
                </a:tc>
              </a:tr>
              <a:tr h="983200">
                <a:tc>
                  <a:txBody>
                    <a:bodyPr/>
                    <a:lstStyle/>
                    <a:p>
                      <a:pPr indent="0" lvl="0" marL="0" rtl="0" algn="ctr">
                        <a:lnSpc>
                          <a:spcPct val="115000"/>
                        </a:lnSpc>
                        <a:spcBef>
                          <a:spcPts val="0"/>
                        </a:spcBef>
                        <a:spcAft>
                          <a:spcPts val="0"/>
                        </a:spcAft>
                        <a:buNone/>
                      </a:pPr>
                      <a:r>
                        <a:rPr lang="pt-BR" sz="2400">
                          <a:solidFill>
                            <a:srgbClr val="FFFFFF"/>
                          </a:solidFill>
                          <a:latin typeface="Roboto"/>
                          <a:ea typeface="Roboto"/>
                          <a:cs typeface="Roboto"/>
                          <a:sym typeface="Roboto"/>
                        </a:rPr>
                        <a:t>Exames</a:t>
                      </a:r>
                      <a:endParaRPr sz="2400">
                        <a:solidFill>
                          <a:srgbClr val="FFFFFF"/>
                        </a:solidFill>
                        <a:latin typeface="Roboto"/>
                        <a:ea typeface="Roboto"/>
                        <a:cs typeface="Roboto"/>
                        <a:sym typeface="Roboto"/>
                      </a:endParaRPr>
                    </a:p>
                  </a:txBody>
                  <a:tcPr marT="19050" marB="19050" marR="28575" marL="28575" anchor="ctr">
                    <a:lnL cap="flat" cmpd="sng" w="12700">
                      <a:solidFill>
                        <a:srgbClr val="CCCCCC">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CCCCCC">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solidFill>
                      <a:srgbClr val="B864FF"/>
                    </a:solidFill>
                  </a:tcPr>
                </a:tc>
                <a:tc>
                  <a:txBody>
                    <a:bodyPr/>
                    <a:lstStyle/>
                    <a:p>
                      <a:pPr indent="0" lvl="0" marL="0" rtl="0" algn="ctr">
                        <a:lnSpc>
                          <a:spcPct val="115000"/>
                        </a:lnSpc>
                        <a:spcBef>
                          <a:spcPts val="0"/>
                        </a:spcBef>
                        <a:spcAft>
                          <a:spcPts val="0"/>
                        </a:spcAft>
                        <a:buNone/>
                      </a:pPr>
                      <a:r>
                        <a:rPr lang="pt-BR" sz="2400">
                          <a:latin typeface="Roboto"/>
                          <a:ea typeface="Roboto"/>
                          <a:cs typeface="Roboto"/>
                          <a:sym typeface="Roboto"/>
                        </a:rPr>
                        <a:t>352</a:t>
                      </a:r>
                      <a:endParaRPr sz="2400">
                        <a:latin typeface="Roboto"/>
                        <a:ea typeface="Roboto"/>
                        <a:cs typeface="Roboto"/>
                        <a:sym typeface="Roboto"/>
                      </a:endParaRPr>
                    </a:p>
                  </a:txBody>
                  <a:tcPr marT="19050" marB="19050" marR="28575" marL="28575" anchor="ctr">
                    <a:lnL cap="flat" cmpd="sng" w="12700">
                      <a:solidFill>
                        <a:srgbClr val="CCCCCC">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CCCCCC">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400">
                          <a:latin typeface="Roboto"/>
                          <a:ea typeface="Roboto"/>
                          <a:cs typeface="Roboto"/>
                          <a:sym typeface="Roboto"/>
                        </a:rPr>
                        <a:t>94</a:t>
                      </a:r>
                      <a:endParaRPr sz="2400">
                        <a:latin typeface="Roboto"/>
                        <a:ea typeface="Roboto"/>
                        <a:cs typeface="Roboto"/>
                        <a:sym typeface="Roboto"/>
                      </a:endParaRPr>
                    </a:p>
                  </a:txBody>
                  <a:tcPr marT="19050" marB="19050" marR="28575" marL="28575" anchor="ctr">
                    <a:lnL cap="flat" cmpd="sng" w="12700">
                      <a:solidFill>
                        <a:srgbClr val="CCCCCC">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CCCCCC">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400">
                          <a:latin typeface="Roboto"/>
                          <a:ea typeface="Roboto"/>
                          <a:cs typeface="Roboto"/>
                          <a:sym typeface="Roboto"/>
                        </a:rPr>
                        <a:t>12</a:t>
                      </a:r>
                      <a:endParaRPr sz="2400">
                        <a:latin typeface="Roboto"/>
                        <a:ea typeface="Roboto"/>
                        <a:cs typeface="Roboto"/>
                        <a:sym typeface="Roboto"/>
                      </a:endParaRPr>
                    </a:p>
                  </a:txBody>
                  <a:tcPr marT="19050" marB="19050" marR="28575" marL="28575" anchor="ctr">
                    <a:lnL cap="flat" cmpd="sng" w="12700">
                      <a:solidFill>
                        <a:srgbClr val="CCCCCC">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CCCCCC">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tcPr>
                </a:tc>
              </a:tr>
              <a:tr h="983200">
                <a:tc>
                  <a:txBody>
                    <a:bodyPr/>
                    <a:lstStyle/>
                    <a:p>
                      <a:pPr indent="0" lvl="0" marL="0" rtl="0" algn="ctr">
                        <a:lnSpc>
                          <a:spcPct val="115000"/>
                        </a:lnSpc>
                        <a:spcBef>
                          <a:spcPts val="0"/>
                        </a:spcBef>
                        <a:spcAft>
                          <a:spcPts val="0"/>
                        </a:spcAft>
                        <a:buNone/>
                      </a:pPr>
                      <a:r>
                        <a:rPr lang="pt-BR" sz="2400">
                          <a:solidFill>
                            <a:srgbClr val="FFFFFF"/>
                          </a:solidFill>
                          <a:latin typeface="Roboto"/>
                          <a:ea typeface="Roboto"/>
                          <a:cs typeface="Roboto"/>
                          <a:sym typeface="Roboto"/>
                        </a:rPr>
                        <a:t>Pré Natal</a:t>
                      </a:r>
                      <a:endParaRPr sz="2400">
                        <a:solidFill>
                          <a:srgbClr val="FFFFFF"/>
                        </a:solidFill>
                        <a:latin typeface="Roboto"/>
                        <a:ea typeface="Roboto"/>
                        <a:cs typeface="Roboto"/>
                        <a:sym typeface="Roboto"/>
                      </a:endParaRPr>
                    </a:p>
                  </a:txBody>
                  <a:tcPr marT="19050" marB="19050" marR="28575" marL="28575" anchor="ctr">
                    <a:lnL cap="flat" cmpd="sng" w="12700">
                      <a:solidFill>
                        <a:srgbClr val="CCCCCC">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CCCCCC">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solidFill>
                      <a:srgbClr val="B864FF"/>
                    </a:solidFill>
                  </a:tcPr>
                </a:tc>
                <a:tc>
                  <a:txBody>
                    <a:bodyPr/>
                    <a:lstStyle/>
                    <a:p>
                      <a:pPr indent="0" lvl="0" marL="0" rtl="0" algn="ctr">
                        <a:lnSpc>
                          <a:spcPct val="115000"/>
                        </a:lnSpc>
                        <a:spcBef>
                          <a:spcPts val="0"/>
                        </a:spcBef>
                        <a:spcAft>
                          <a:spcPts val="0"/>
                        </a:spcAft>
                        <a:buNone/>
                      </a:pPr>
                      <a:r>
                        <a:rPr lang="pt-BR" sz="2400">
                          <a:latin typeface="Roboto"/>
                          <a:ea typeface="Roboto"/>
                          <a:cs typeface="Roboto"/>
                          <a:sym typeface="Roboto"/>
                        </a:rPr>
                        <a:t>72</a:t>
                      </a:r>
                      <a:endParaRPr sz="2400">
                        <a:latin typeface="Roboto"/>
                        <a:ea typeface="Roboto"/>
                        <a:cs typeface="Roboto"/>
                        <a:sym typeface="Roboto"/>
                      </a:endParaRPr>
                    </a:p>
                  </a:txBody>
                  <a:tcPr marT="19050" marB="19050" marR="28575" marL="28575" anchor="ctr">
                    <a:lnL cap="flat" cmpd="sng" w="12700">
                      <a:solidFill>
                        <a:srgbClr val="CCCCCC">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CCCCCC">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400">
                          <a:latin typeface="Roboto"/>
                          <a:ea typeface="Roboto"/>
                          <a:cs typeface="Roboto"/>
                          <a:sym typeface="Roboto"/>
                        </a:rPr>
                        <a:t>51</a:t>
                      </a:r>
                      <a:endParaRPr sz="2400">
                        <a:latin typeface="Roboto"/>
                        <a:ea typeface="Roboto"/>
                        <a:cs typeface="Roboto"/>
                        <a:sym typeface="Roboto"/>
                      </a:endParaRPr>
                    </a:p>
                  </a:txBody>
                  <a:tcPr marT="19050" marB="19050" marR="28575" marL="28575" anchor="ctr">
                    <a:lnL cap="flat" cmpd="sng" w="12700">
                      <a:solidFill>
                        <a:srgbClr val="CCCCCC">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CCCCCC">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pt-BR" sz="2400">
                          <a:latin typeface="Roboto"/>
                          <a:ea typeface="Roboto"/>
                          <a:cs typeface="Roboto"/>
                          <a:sym typeface="Roboto"/>
                        </a:rPr>
                        <a:t>12</a:t>
                      </a:r>
                      <a:endParaRPr sz="2400">
                        <a:latin typeface="Roboto"/>
                        <a:ea typeface="Roboto"/>
                        <a:cs typeface="Roboto"/>
                        <a:sym typeface="Roboto"/>
                      </a:endParaRPr>
                    </a:p>
                  </a:txBody>
                  <a:tcPr marT="19050" marB="19050" marR="28575" marL="28575" anchor="ctr">
                    <a:lnL cap="flat" cmpd="sng" w="12700">
                      <a:solidFill>
                        <a:srgbClr val="CCCCCC">
                          <a:alpha val="0"/>
                        </a:srgbClr>
                      </a:solidFill>
                      <a:prstDash val="solid"/>
                      <a:round/>
                      <a:headEnd len="sm" w="sm" type="none"/>
                      <a:tailEnd len="sm" w="sm" type="none"/>
                    </a:lnL>
                    <a:lnR cap="flat" cmpd="sng" w="12700">
                      <a:solidFill>
                        <a:srgbClr val="CCCCCC">
                          <a:alpha val="0"/>
                        </a:srgbClr>
                      </a:solidFill>
                      <a:prstDash val="solid"/>
                      <a:round/>
                      <a:headEnd len="sm" w="sm" type="none"/>
                      <a:tailEnd len="sm" w="sm" type="none"/>
                    </a:lnR>
                    <a:lnT cap="flat" cmpd="sng" w="12700">
                      <a:solidFill>
                        <a:srgbClr val="CCCCCC">
                          <a:alpha val="0"/>
                        </a:srgbClr>
                      </a:solidFill>
                      <a:prstDash val="solid"/>
                      <a:round/>
                      <a:headEnd len="sm" w="sm" type="none"/>
                      <a:tailEnd len="sm" w="sm" type="none"/>
                    </a:lnT>
                    <a:lnB cap="flat" cmpd="sng" w="12700">
                      <a:solidFill>
                        <a:srgbClr val="CCCCCC">
                          <a:alpha val="0"/>
                        </a:srgbClr>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39" title="Gráfico"/>
          <p:cNvPicPr preferRelativeResize="0"/>
          <p:nvPr/>
        </p:nvPicPr>
        <p:blipFill>
          <a:blip r:embed="rId3">
            <a:alphaModFix/>
          </a:blip>
          <a:stretch>
            <a:fillRect/>
          </a:stretch>
        </p:blipFill>
        <p:spPr>
          <a:xfrm>
            <a:off x="557025" y="1562125"/>
            <a:ext cx="17173949" cy="4432896"/>
          </a:xfrm>
          <a:prstGeom prst="rect">
            <a:avLst/>
          </a:prstGeom>
          <a:noFill/>
          <a:ln>
            <a:noFill/>
          </a:ln>
        </p:spPr>
      </p:pic>
      <p:sp>
        <p:nvSpPr>
          <p:cNvPr id="207" name="Google Shape;207;p39"/>
          <p:cNvSpPr/>
          <p:nvPr/>
        </p:nvSpPr>
        <p:spPr>
          <a:xfrm>
            <a:off x="7269875" y="224800"/>
            <a:ext cx="4011600" cy="23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39"/>
          <p:cNvSpPr txBox="1"/>
          <p:nvPr/>
        </p:nvSpPr>
        <p:spPr>
          <a:xfrm>
            <a:off x="4595018" y="83017"/>
            <a:ext cx="9097800" cy="523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pt-BR" sz="1000">
                <a:solidFill>
                  <a:srgbClr val="403748"/>
                </a:solidFill>
                <a:latin typeface="Roboto"/>
                <a:ea typeface="Roboto"/>
                <a:cs typeface="Roboto"/>
                <a:sym typeface="Roboto"/>
              </a:rPr>
              <a:t>PRO MATRE</a:t>
            </a:r>
            <a:endParaRPr sz="1000">
              <a:solidFill>
                <a:srgbClr val="403748"/>
              </a:solidFill>
              <a:latin typeface="Roboto"/>
              <a:ea typeface="Roboto"/>
              <a:cs typeface="Roboto"/>
              <a:sym typeface="Roboto"/>
            </a:endParaRPr>
          </a:p>
        </p:txBody>
      </p:sp>
      <p:cxnSp>
        <p:nvCxnSpPr>
          <p:cNvPr id="209" name="Google Shape;209;p39"/>
          <p:cNvCxnSpPr/>
          <p:nvPr/>
        </p:nvCxnSpPr>
        <p:spPr>
          <a:xfrm flipH="1">
            <a:off x="4098075" y="6294725"/>
            <a:ext cx="13800" cy="3765600"/>
          </a:xfrm>
          <a:prstGeom prst="straightConnector1">
            <a:avLst/>
          </a:prstGeom>
          <a:noFill/>
          <a:ln cap="flat" cmpd="sng" w="28575">
            <a:solidFill>
              <a:srgbClr val="93C47D"/>
            </a:solidFill>
            <a:prstDash val="lgDash"/>
            <a:round/>
            <a:headEnd len="med" w="med" type="none"/>
            <a:tailEnd len="med" w="med" type="none"/>
          </a:ln>
        </p:spPr>
      </p:cxnSp>
      <p:sp>
        <p:nvSpPr>
          <p:cNvPr id="210" name="Google Shape;210;p39"/>
          <p:cNvSpPr txBox="1"/>
          <p:nvPr/>
        </p:nvSpPr>
        <p:spPr>
          <a:xfrm>
            <a:off x="922799" y="7717035"/>
            <a:ext cx="3324000" cy="921000"/>
          </a:xfrm>
          <a:prstGeom prst="rect">
            <a:avLst/>
          </a:prstGeom>
          <a:noFill/>
          <a:ln>
            <a:noFill/>
          </a:ln>
        </p:spPr>
        <p:txBody>
          <a:bodyPr anchorCtr="0" anchor="t" bIns="101300" lIns="101300" spcFirstLastPara="1" rIns="101300" wrap="square" tIns="101300">
            <a:spAutoFit/>
          </a:bodyPr>
          <a:lstStyle/>
          <a:p>
            <a:pPr indent="0" lvl="0" marL="0" rtl="0" algn="l">
              <a:lnSpc>
                <a:spcPct val="150000"/>
              </a:lnSpc>
              <a:spcBef>
                <a:spcPts val="0"/>
              </a:spcBef>
              <a:spcAft>
                <a:spcPts val="0"/>
              </a:spcAft>
              <a:buNone/>
            </a:pPr>
            <a:r>
              <a:t/>
            </a:r>
            <a:endParaRPr b="1" sz="1773">
              <a:solidFill>
                <a:srgbClr val="595959"/>
              </a:solidFill>
              <a:latin typeface="Roboto"/>
              <a:ea typeface="Roboto"/>
              <a:cs typeface="Roboto"/>
              <a:sym typeface="Roboto"/>
            </a:endParaRPr>
          </a:p>
          <a:p>
            <a:pPr indent="0" lvl="0" marL="506571" rtl="0" algn="l">
              <a:lnSpc>
                <a:spcPct val="150000"/>
              </a:lnSpc>
              <a:spcBef>
                <a:spcPts val="0"/>
              </a:spcBef>
              <a:spcAft>
                <a:spcPts val="0"/>
              </a:spcAft>
              <a:buNone/>
            </a:pPr>
            <a:r>
              <a:t/>
            </a:r>
            <a:endParaRPr sz="1994">
              <a:solidFill>
                <a:srgbClr val="595959"/>
              </a:solidFill>
              <a:latin typeface="Roboto"/>
              <a:ea typeface="Roboto"/>
              <a:cs typeface="Roboto"/>
              <a:sym typeface="Roboto"/>
            </a:endParaRPr>
          </a:p>
        </p:txBody>
      </p:sp>
      <p:sp>
        <p:nvSpPr>
          <p:cNvPr id="211" name="Google Shape;211;p39"/>
          <p:cNvSpPr txBox="1"/>
          <p:nvPr/>
        </p:nvSpPr>
        <p:spPr>
          <a:xfrm>
            <a:off x="653150" y="6425525"/>
            <a:ext cx="3324000" cy="3898800"/>
          </a:xfrm>
          <a:prstGeom prst="rect">
            <a:avLst/>
          </a:prstGeom>
          <a:noFill/>
          <a:ln>
            <a:noFill/>
          </a:ln>
        </p:spPr>
        <p:txBody>
          <a:bodyPr anchorCtr="0" anchor="t" bIns="101300" lIns="101300" spcFirstLastPara="1" rIns="101300" wrap="square" tIns="101300">
            <a:spAutoFit/>
          </a:bodyPr>
          <a:lstStyle/>
          <a:p>
            <a:pPr indent="-348535" lvl="0" marL="506571" rtl="0" algn="l">
              <a:lnSpc>
                <a:spcPct val="150000"/>
              </a:lnSpc>
              <a:spcBef>
                <a:spcPts val="0"/>
              </a:spcBef>
              <a:spcAft>
                <a:spcPts val="0"/>
              </a:spcAft>
              <a:buClr>
                <a:srgbClr val="6AA84F"/>
              </a:buClr>
              <a:buSzPts val="1500"/>
              <a:buFont typeface="Roboto"/>
              <a:buChar char="❖"/>
            </a:pPr>
            <a:r>
              <a:rPr b="1" lang="pt-BR" sz="1500">
                <a:solidFill>
                  <a:schemeClr val="accent1"/>
                </a:solidFill>
                <a:latin typeface="Roboto"/>
                <a:ea typeface="Roboto"/>
                <a:cs typeface="Roboto"/>
                <a:sym typeface="Roboto"/>
              </a:rPr>
              <a:t> A primeira semana de abril foi marcada pelos ajustes de orçamentoa, etapa importante para otimizar a entrega ao longo do mês. Além disso, o período coincidiu com o feriado de Páscoa, impactando o comportamento dos usuários e reduzindo naturalmente o volume de interações.</a:t>
            </a:r>
            <a:endParaRPr b="1" sz="1500">
              <a:solidFill>
                <a:schemeClr val="accent1"/>
              </a:solidFill>
              <a:latin typeface="Roboto"/>
              <a:ea typeface="Roboto"/>
              <a:cs typeface="Roboto"/>
              <a:sym typeface="Roboto"/>
            </a:endParaRPr>
          </a:p>
        </p:txBody>
      </p:sp>
      <p:sp>
        <p:nvSpPr>
          <p:cNvPr id="212" name="Google Shape;212;p39"/>
          <p:cNvSpPr txBox="1"/>
          <p:nvPr/>
        </p:nvSpPr>
        <p:spPr>
          <a:xfrm>
            <a:off x="674300" y="407716"/>
            <a:ext cx="144039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6300">
                <a:solidFill>
                  <a:schemeClr val="lt1"/>
                </a:solidFill>
                <a:latin typeface="Roboto"/>
                <a:ea typeface="Roboto"/>
                <a:cs typeface="Roboto"/>
                <a:sym typeface="Roboto"/>
              </a:rPr>
              <a:t>Performance das campanhas de </a:t>
            </a:r>
            <a:r>
              <a:rPr b="1" lang="pt-BR" sz="6300">
                <a:solidFill>
                  <a:schemeClr val="lt1"/>
                </a:solidFill>
                <a:latin typeface="Roboto"/>
                <a:ea typeface="Roboto"/>
                <a:cs typeface="Roboto"/>
                <a:sym typeface="Roboto"/>
              </a:rPr>
              <a:t>mídia</a:t>
            </a:r>
            <a:endParaRPr sz="100"/>
          </a:p>
        </p:txBody>
      </p:sp>
      <p:sp>
        <p:nvSpPr>
          <p:cNvPr id="213" name="Google Shape;213;p39"/>
          <p:cNvSpPr txBox="1"/>
          <p:nvPr/>
        </p:nvSpPr>
        <p:spPr>
          <a:xfrm>
            <a:off x="1441363" y="5812925"/>
            <a:ext cx="2474700" cy="481800"/>
          </a:xfrm>
          <a:prstGeom prst="rect">
            <a:avLst/>
          </a:prstGeom>
          <a:noFill/>
          <a:ln>
            <a:noFill/>
          </a:ln>
        </p:spPr>
        <p:txBody>
          <a:bodyPr anchorCtr="0" anchor="t" bIns="101300" lIns="101300" spcFirstLastPara="1" rIns="101300" wrap="square" tIns="101300">
            <a:spAutoFit/>
          </a:bodyPr>
          <a:lstStyle/>
          <a:p>
            <a:pPr indent="-367585" lvl="0" marL="506571" rtl="0" algn="l">
              <a:lnSpc>
                <a:spcPct val="150000"/>
              </a:lnSpc>
              <a:spcBef>
                <a:spcPts val="0"/>
              </a:spcBef>
              <a:spcAft>
                <a:spcPts val="0"/>
              </a:spcAft>
              <a:buClr>
                <a:srgbClr val="6AA84F"/>
              </a:buClr>
              <a:buSzPts val="1800"/>
              <a:buFont typeface="Roboto"/>
              <a:buChar char="❖"/>
            </a:pPr>
            <a:r>
              <a:rPr b="1" lang="pt-BR" sz="1800">
                <a:solidFill>
                  <a:schemeClr val="accent1"/>
                </a:solidFill>
                <a:latin typeface="Roboto"/>
                <a:ea typeface="Roboto"/>
                <a:cs typeface="Roboto"/>
                <a:sym typeface="Roboto"/>
              </a:rPr>
              <a:t>semana 1</a:t>
            </a:r>
            <a:endParaRPr b="1" sz="1800">
              <a:latin typeface="Roboto"/>
              <a:ea typeface="Roboto"/>
              <a:cs typeface="Roboto"/>
              <a:sym typeface="Roboto"/>
            </a:endParaRPr>
          </a:p>
        </p:txBody>
      </p:sp>
      <p:sp>
        <p:nvSpPr>
          <p:cNvPr id="214" name="Google Shape;214;p39"/>
          <p:cNvSpPr txBox="1"/>
          <p:nvPr/>
        </p:nvSpPr>
        <p:spPr>
          <a:xfrm>
            <a:off x="4938438" y="5812913"/>
            <a:ext cx="2474700" cy="481800"/>
          </a:xfrm>
          <a:prstGeom prst="rect">
            <a:avLst/>
          </a:prstGeom>
          <a:noFill/>
          <a:ln>
            <a:noFill/>
          </a:ln>
        </p:spPr>
        <p:txBody>
          <a:bodyPr anchorCtr="0" anchor="t" bIns="101300" lIns="101300" spcFirstLastPara="1" rIns="101300" wrap="square" tIns="101300">
            <a:spAutoFit/>
          </a:bodyPr>
          <a:lstStyle/>
          <a:p>
            <a:pPr indent="-367585" lvl="0" marL="506571" rtl="0" algn="l">
              <a:lnSpc>
                <a:spcPct val="150000"/>
              </a:lnSpc>
              <a:spcBef>
                <a:spcPts val="0"/>
              </a:spcBef>
              <a:spcAft>
                <a:spcPts val="0"/>
              </a:spcAft>
              <a:buClr>
                <a:srgbClr val="6AA84F"/>
              </a:buClr>
              <a:buSzPts val="1800"/>
              <a:buFont typeface="Roboto"/>
              <a:buChar char="❖"/>
            </a:pPr>
            <a:r>
              <a:rPr b="1" lang="pt-BR" sz="1800">
                <a:solidFill>
                  <a:schemeClr val="accent1"/>
                </a:solidFill>
                <a:latin typeface="Roboto"/>
                <a:ea typeface="Roboto"/>
                <a:cs typeface="Roboto"/>
                <a:sym typeface="Roboto"/>
              </a:rPr>
              <a:t>semana 2</a:t>
            </a:r>
            <a:endParaRPr b="1" sz="1800">
              <a:latin typeface="Roboto"/>
              <a:ea typeface="Roboto"/>
              <a:cs typeface="Roboto"/>
              <a:sym typeface="Roboto"/>
            </a:endParaRPr>
          </a:p>
        </p:txBody>
      </p:sp>
      <p:sp>
        <p:nvSpPr>
          <p:cNvPr id="215" name="Google Shape;215;p39"/>
          <p:cNvSpPr txBox="1"/>
          <p:nvPr/>
        </p:nvSpPr>
        <p:spPr>
          <a:xfrm>
            <a:off x="8435513" y="5812925"/>
            <a:ext cx="2474700" cy="481800"/>
          </a:xfrm>
          <a:prstGeom prst="rect">
            <a:avLst/>
          </a:prstGeom>
          <a:noFill/>
          <a:ln>
            <a:noFill/>
          </a:ln>
        </p:spPr>
        <p:txBody>
          <a:bodyPr anchorCtr="0" anchor="t" bIns="101300" lIns="101300" spcFirstLastPara="1" rIns="101300" wrap="square" tIns="101300">
            <a:spAutoFit/>
          </a:bodyPr>
          <a:lstStyle/>
          <a:p>
            <a:pPr indent="-367585" lvl="0" marL="506571" rtl="0" algn="l">
              <a:lnSpc>
                <a:spcPct val="150000"/>
              </a:lnSpc>
              <a:spcBef>
                <a:spcPts val="0"/>
              </a:spcBef>
              <a:spcAft>
                <a:spcPts val="0"/>
              </a:spcAft>
              <a:buClr>
                <a:srgbClr val="6AA84F"/>
              </a:buClr>
              <a:buSzPts val="1800"/>
              <a:buFont typeface="Roboto"/>
              <a:buChar char="❖"/>
            </a:pPr>
            <a:r>
              <a:rPr b="1" lang="pt-BR" sz="1800">
                <a:solidFill>
                  <a:schemeClr val="accent1"/>
                </a:solidFill>
                <a:latin typeface="Roboto"/>
                <a:ea typeface="Roboto"/>
                <a:cs typeface="Roboto"/>
                <a:sym typeface="Roboto"/>
              </a:rPr>
              <a:t>semana 3</a:t>
            </a:r>
            <a:endParaRPr b="1" sz="1800">
              <a:latin typeface="Roboto"/>
              <a:ea typeface="Roboto"/>
              <a:cs typeface="Roboto"/>
              <a:sym typeface="Roboto"/>
            </a:endParaRPr>
          </a:p>
        </p:txBody>
      </p:sp>
      <p:sp>
        <p:nvSpPr>
          <p:cNvPr id="216" name="Google Shape;216;p39"/>
          <p:cNvSpPr txBox="1"/>
          <p:nvPr/>
        </p:nvSpPr>
        <p:spPr>
          <a:xfrm>
            <a:off x="12135463" y="5812925"/>
            <a:ext cx="2474700" cy="481800"/>
          </a:xfrm>
          <a:prstGeom prst="rect">
            <a:avLst/>
          </a:prstGeom>
          <a:noFill/>
          <a:ln>
            <a:noFill/>
          </a:ln>
        </p:spPr>
        <p:txBody>
          <a:bodyPr anchorCtr="0" anchor="t" bIns="101300" lIns="101300" spcFirstLastPara="1" rIns="101300" wrap="square" tIns="101300">
            <a:spAutoFit/>
          </a:bodyPr>
          <a:lstStyle/>
          <a:p>
            <a:pPr indent="-367585" lvl="0" marL="506571" rtl="0" algn="l">
              <a:lnSpc>
                <a:spcPct val="150000"/>
              </a:lnSpc>
              <a:spcBef>
                <a:spcPts val="0"/>
              </a:spcBef>
              <a:spcAft>
                <a:spcPts val="0"/>
              </a:spcAft>
              <a:buClr>
                <a:srgbClr val="6AA84F"/>
              </a:buClr>
              <a:buSzPts val="1800"/>
              <a:buFont typeface="Roboto"/>
              <a:buChar char="❖"/>
            </a:pPr>
            <a:r>
              <a:rPr b="1" lang="pt-BR" sz="1800">
                <a:solidFill>
                  <a:schemeClr val="accent1"/>
                </a:solidFill>
                <a:latin typeface="Roboto"/>
                <a:ea typeface="Roboto"/>
                <a:cs typeface="Roboto"/>
                <a:sym typeface="Roboto"/>
              </a:rPr>
              <a:t>semana </a:t>
            </a:r>
            <a:r>
              <a:rPr b="1" lang="pt-BR" sz="1800">
                <a:solidFill>
                  <a:schemeClr val="accent1"/>
                </a:solidFill>
                <a:latin typeface="Roboto"/>
                <a:ea typeface="Roboto"/>
                <a:cs typeface="Roboto"/>
                <a:sym typeface="Roboto"/>
              </a:rPr>
              <a:t>4 </a:t>
            </a:r>
            <a:endParaRPr b="1" sz="1800">
              <a:latin typeface="Roboto"/>
              <a:ea typeface="Roboto"/>
              <a:cs typeface="Roboto"/>
              <a:sym typeface="Roboto"/>
            </a:endParaRPr>
          </a:p>
        </p:txBody>
      </p:sp>
      <p:sp>
        <p:nvSpPr>
          <p:cNvPr id="217" name="Google Shape;217;p39"/>
          <p:cNvSpPr txBox="1"/>
          <p:nvPr/>
        </p:nvSpPr>
        <p:spPr>
          <a:xfrm>
            <a:off x="4125700" y="6425525"/>
            <a:ext cx="3458700" cy="3898800"/>
          </a:xfrm>
          <a:prstGeom prst="rect">
            <a:avLst/>
          </a:prstGeom>
          <a:noFill/>
          <a:ln>
            <a:noFill/>
          </a:ln>
        </p:spPr>
        <p:txBody>
          <a:bodyPr anchorCtr="0" anchor="t" bIns="101300" lIns="101300" spcFirstLastPara="1" rIns="101300" wrap="square" tIns="101300">
            <a:spAutoFit/>
          </a:bodyPr>
          <a:lstStyle/>
          <a:p>
            <a:pPr indent="-348535" lvl="0" marL="506571" rtl="0" algn="l">
              <a:lnSpc>
                <a:spcPct val="150000"/>
              </a:lnSpc>
              <a:spcBef>
                <a:spcPts val="0"/>
              </a:spcBef>
              <a:spcAft>
                <a:spcPts val="0"/>
              </a:spcAft>
              <a:buClr>
                <a:srgbClr val="6AA84F"/>
              </a:buClr>
              <a:buSzPts val="1500"/>
              <a:buFont typeface="Roboto"/>
              <a:buChar char="❖"/>
            </a:pPr>
            <a:r>
              <a:rPr b="1" lang="pt-BR" sz="1500">
                <a:solidFill>
                  <a:schemeClr val="accent1"/>
                </a:solidFill>
                <a:latin typeface="Roboto"/>
                <a:ea typeface="Roboto"/>
                <a:cs typeface="Roboto"/>
                <a:sym typeface="Roboto"/>
              </a:rPr>
              <a:t>Na segunda semana de abril, observamos uma retomada da demanda após o período de feriado, marcada pelo aumento nos picos de cliques no botão de agendamento, voltando a ultrapassar a marca de 100 interações, além do ganho de tração impulsionado pelas primeiras ativações e otimizações de mídia do mês.</a:t>
            </a:r>
            <a:endParaRPr b="1" sz="1500">
              <a:solidFill>
                <a:schemeClr val="accent1"/>
              </a:solidFill>
              <a:latin typeface="Roboto"/>
              <a:ea typeface="Roboto"/>
              <a:cs typeface="Roboto"/>
              <a:sym typeface="Roboto"/>
            </a:endParaRPr>
          </a:p>
        </p:txBody>
      </p:sp>
      <p:sp>
        <p:nvSpPr>
          <p:cNvPr id="218" name="Google Shape;218;p39"/>
          <p:cNvSpPr txBox="1"/>
          <p:nvPr/>
        </p:nvSpPr>
        <p:spPr>
          <a:xfrm>
            <a:off x="7876175" y="6425525"/>
            <a:ext cx="3458700" cy="3552600"/>
          </a:xfrm>
          <a:prstGeom prst="rect">
            <a:avLst/>
          </a:prstGeom>
          <a:noFill/>
          <a:ln>
            <a:noFill/>
          </a:ln>
        </p:spPr>
        <p:txBody>
          <a:bodyPr anchorCtr="0" anchor="t" bIns="101300" lIns="101300" spcFirstLastPara="1" rIns="101300" wrap="square" tIns="101300">
            <a:spAutoFit/>
          </a:bodyPr>
          <a:lstStyle/>
          <a:p>
            <a:pPr indent="-348535" lvl="0" marL="506571" rtl="0" algn="l">
              <a:lnSpc>
                <a:spcPct val="150000"/>
              </a:lnSpc>
              <a:spcBef>
                <a:spcPts val="0"/>
              </a:spcBef>
              <a:spcAft>
                <a:spcPts val="0"/>
              </a:spcAft>
              <a:buClr>
                <a:srgbClr val="6AA84F"/>
              </a:buClr>
              <a:buSzPts val="1500"/>
              <a:buFont typeface="Roboto"/>
              <a:buChar char="❖"/>
            </a:pPr>
            <a:r>
              <a:rPr b="1" lang="pt-BR" sz="1500">
                <a:solidFill>
                  <a:schemeClr val="accent1"/>
                </a:solidFill>
                <a:latin typeface="Roboto"/>
                <a:ea typeface="Roboto"/>
                <a:cs typeface="Roboto"/>
                <a:sym typeface="Roboto"/>
              </a:rPr>
              <a:t> A terceira semana de abril foi o melhor período do mês em performance e aproveitamento de verba. Com menos impactos sazonais em comparação à primeira e à quarta semana, concentramos maior estabilidade de demanda e melhor eficiência das campanhas.</a:t>
            </a:r>
            <a:endParaRPr b="1" sz="1500">
              <a:solidFill>
                <a:schemeClr val="accent1"/>
              </a:solidFill>
              <a:latin typeface="Roboto"/>
              <a:ea typeface="Roboto"/>
              <a:cs typeface="Roboto"/>
              <a:sym typeface="Roboto"/>
            </a:endParaRPr>
          </a:p>
        </p:txBody>
      </p:sp>
      <p:sp>
        <p:nvSpPr>
          <p:cNvPr id="219" name="Google Shape;219;p39"/>
          <p:cNvSpPr txBox="1"/>
          <p:nvPr/>
        </p:nvSpPr>
        <p:spPr>
          <a:xfrm>
            <a:off x="11565050" y="6449525"/>
            <a:ext cx="3458700" cy="3206100"/>
          </a:xfrm>
          <a:prstGeom prst="rect">
            <a:avLst/>
          </a:prstGeom>
          <a:noFill/>
          <a:ln>
            <a:noFill/>
          </a:ln>
        </p:spPr>
        <p:txBody>
          <a:bodyPr anchorCtr="0" anchor="t" bIns="101300" lIns="101300" spcFirstLastPara="1" rIns="101300" wrap="square" tIns="101300">
            <a:spAutoFit/>
          </a:bodyPr>
          <a:lstStyle/>
          <a:p>
            <a:pPr indent="-348535" lvl="0" marL="506571" rtl="0" algn="l">
              <a:lnSpc>
                <a:spcPct val="150000"/>
              </a:lnSpc>
              <a:spcBef>
                <a:spcPts val="0"/>
              </a:spcBef>
              <a:spcAft>
                <a:spcPts val="0"/>
              </a:spcAft>
              <a:buClr>
                <a:srgbClr val="6AA84F"/>
              </a:buClr>
              <a:buSzPts val="1500"/>
              <a:buFont typeface="Roboto"/>
              <a:buChar char="❖"/>
            </a:pPr>
            <a:r>
              <a:rPr b="1" lang="pt-BR" sz="1500">
                <a:solidFill>
                  <a:schemeClr val="accent1"/>
                </a:solidFill>
                <a:latin typeface="Roboto"/>
                <a:ea typeface="Roboto"/>
                <a:cs typeface="Roboto"/>
                <a:sym typeface="Roboto"/>
              </a:rPr>
              <a:t>Na quarta semana, o feriado de Tiradentes impactou novamente o volume de demanda. Ainda assim, logo após o período, observamos uma retomada das interações, mostrando recuperação rápida e manutenção do interesse dos usuários.</a:t>
            </a:r>
            <a:endParaRPr b="1" sz="1500">
              <a:solidFill>
                <a:schemeClr val="accent1"/>
              </a:solidFill>
              <a:latin typeface="Roboto"/>
              <a:ea typeface="Roboto"/>
              <a:cs typeface="Roboto"/>
              <a:sym typeface="Roboto"/>
            </a:endParaRPr>
          </a:p>
        </p:txBody>
      </p:sp>
      <p:cxnSp>
        <p:nvCxnSpPr>
          <p:cNvPr id="220" name="Google Shape;220;p39"/>
          <p:cNvCxnSpPr/>
          <p:nvPr/>
        </p:nvCxnSpPr>
        <p:spPr>
          <a:xfrm flipH="1">
            <a:off x="7833988" y="6294725"/>
            <a:ext cx="13800" cy="3765600"/>
          </a:xfrm>
          <a:prstGeom prst="straightConnector1">
            <a:avLst/>
          </a:prstGeom>
          <a:noFill/>
          <a:ln cap="flat" cmpd="sng" w="28575">
            <a:solidFill>
              <a:srgbClr val="93C47D"/>
            </a:solidFill>
            <a:prstDash val="lgDash"/>
            <a:round/>
            <a:headEnd len="med" w="med" type="none"/>
            <a:tailEnd len="med" w="med" type="none"/>
          </a:ln>
        </p:spPr>
      </p:cxnSp>
      <p:cxnSp>
        <p:nvCxnSpPr>
          <p:cNvPr id="221" name="Google Shape;221;p39"/>
          <p:cNvCxnSpPr/>
          <p:nvPr/>
        </p:nvCxnSpPr>
        <p:spPr>
          <a:xfrm flipH="1">
            <a:off x="11497950" y="6294725"/>
            <a:ext cx="13800" cy="3765600"/>
          </a:xfrm>
          <a:prstGeom prst="straightConnector1">
            <a:avLst/>
          </a:prstGeom>
          <a:noFill/>
          <a:ln cap="flat" cmpd="sng" w="28575">
            <a:solidFill>
              <a:srgbClr val="93C47D"/>
            </a:solidFill>
            <a:prstDash val="lgDash"/>
            <a:round/>
            <a:headEnd len="med" w="med" type="none"/>
            <a:tailEnd len="med" w="med" type="none"/>
          </a:ln>
        </p:spPr>
      </p:cxnSp>
      <p:cxnSp>
        <p:nvCxnSpPr>
          <p:cNvPr id="222" name="Google Shape;222;p39"/>
          <p:cNvCxnSpPr/>
          <p:nvPr/>
        </p:nvCxnSpPr>
        <p:spPr>
          <a:xfrm flipH="1">
            <a:off x="15161900" y="6449525"/>
            <a:ext cx="13800" cy="3765600"/>
          </a:xfrm>
          <a:prstGeom prst="straightConnector1">
            <a:avLst/>
          </a:prstGeom>
          <a:noFill/>
          <a:ln cap="flat" cmpd="sng" w="28575">
            <a:solidFill>
              <a:srgbClr val="93C47D"/>
            </a:solidFill>
            <a:prstDash val="lgDash"/>
            <a:round/>
            <a:headEnd len="med" w="med" type="none"/>
            <a:tailEnd len="med" w="med" type="none"/>
          </a:ln>
        </p:spPr>
      </p:cxnSp>
      <p:sp>
        <p:nvSpPr>
          <p:cNvPr id="223" name="Google Shape;223;p39"/>
          <p:cNvSpPr txBox="1"/>
          <p:nvPr/>
        </p:nvSpPr>
        <p:spPr>
          <a:xfrm>
            <a:off x="15233900" y="5812925"/>
            <a:ext cx="2474700" cy="481800"/>
          </a:xfrm>
          <a:prstGeom prst="rect">
            <a:avLst/>
          </a:prstGeom>
          <a:noFill/>
          <a:ln>
            <a:noFill/>
          </a:ln>
        </p:spPr>
        <p:txBody>
          <a:bodyPr anchorCtr="0" anchor="t" bIns="101300" lIns="101300" spcFirstLastPara="1" rIns="101300" wrap="square" tIns="101300">
            <a:spAutoFit/>
          </a:bodyPr>
          <a:lstStyle/>
          <a:p>
            <a:pPr indent="-367585" lvl="0" marL="506571" rtl="0" algn="l">
              <a:lnSpc>
                <a:spcPct val="150000"/>
              </a:lnSpc>
              <a:spcBef>
                <a:spcPts val="0"/>
              </a:spcBef>
              <a:spcAft>
                <a:spcPts val="0"/>
              </a:spcAft>
              <a:buClr>
                <a:srgbClr val="6AA84F"/>
              </a:buClr>
              <a:buSzPts val="1800"/>
              <a:buFont typeface="Roboto"/>
              <a:buChar char="❖"/>
            </a:pPr>
            <a:r>
              <a:rPr b="1" lang="pt-BR" sz="1800">
                <a:solidFill>
                  <a:schemeClr val="accent1"/>
                </a:solidFill>
                <a:latin typeface="Roboto"/>
                <a:ea typeface="Roboto"/>
                <a:cs typeface="Roboto"/>
                <a:sym typeface="Roboto"/>
              </a:rPr>
              <a:t>semana 5</a:t>
            </a:r>
            <a:endParaRPr b="1" sz="1800">
              <a:latin typeface="Roboto"/>
              <a:ea typeface="Roboto"/>
              <a:cs typeface="Roboto"/>
              <a:sym typeface="Roboto"/>
            </a:endParaRPr>
          </a:p>
        </p:txBody>
      </p:sp>
      <p:sp>
        <p:nvSpPr>
          <p:cNvPr id="224" name="Google Shape;224;p39"/>
          <p:cNvSpPr txBox="1"/>
          <p:nvPr/>
        </p:nvSpPr>
        <p:spPr>
          <a:xfrm>
            <a:off x="15161900" y="6449525"/>
            <a:ext cx="3126000" cy="3552600"/>
          </a:xfrm>
          <a:prstGeom prst="rect">
            <a:avLst/>
          </a:prstGeom>
          <a:noFill/>
          <a:ln>
            <a:noFill/>
          </a:ln>
        </p:spPr>
        <p:txBody>
          <a:bodyPr anchorCtr="0" anchor="t" bIns="101300" lIns="101300" spcFirstLastPara="1" rIns="101300" wrap="square" tIns="101300">
            <a:spAutoFit/>
          </a:bodyPr>
          <a:lstStyle/>
          <a:p>
            <a:pPr indent="-348535" lvl="0" marL="506571" rtl="0" algn="l">
              <a:lnSpc>
                <a:spcPct val="150000"/>
              </a:lnSpc>
              <a:spcBef>
                <a:spcPts val="0"/>
              </a:spcBef>
              <a:spcAft>
                <a:spcPts val="0"/>
              </a:spcAft>
              <a:buClr>
                <a:srgbClr val="6AA84F"/>
              </a:buClr>
              <a:buSzPts val="1500"/>
              <a:buFont typeface="Roboto"/>
              <a:buChar char="❖"/>
            </a:pPr>
            <a:r>
              <a:rPr b="1" lang="pt-BR" sz="1500">
                <a:solidFill>
                  <a:schemeClr val="accent1"/>
                </a:solidFill>
                <a:latin typeface="Roboto"/>
                <a:ea typeface="Roboto"/>
                <a:cs typeface="Roboto"/>
                <a:sym typeface="Roboto"/>
              </a:rPr>
              <a:t>A quinta semana antecedeu o feriado de 1º de maio e contou com apenas quatro dias de veiculação, cenário que naturalmente reduz o volume de demanda. Ainda assim, mantivemos a estabilidade da entrega e sustentação dos resultados no fechamento do mês.</a:t>
            </a:r>
            <a:endParaRPr b="1" sz="1500">
              <a:solidFill>
                <a:schemeClr val="accent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0"/>
          <p:cNvSpPr/>
          <p:nvPr/>
        </p:nvSpPr>
        <p:spPr>
          <a:xfrm>
            <a:off x="7269875" y="224800"/>
            <a:ext cx="4011600" cy="23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40"/>
          <p:cNvSpPr txBox="1"/>
          <p:nvPr/>
        </p:nvSpPr>
        <p:spPr>
          <a:xfrm>
            <a:off x="4595018" y="83017"/>
            <a:ext cx="9097800" cy="523200"/>
          </a:xfrm>
          <a:prstGeom prst="rect">
            <a:avLst/>
          </a:prstGeom>
          <a:no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pt-BR" sz="1000">
                <a:solidFill>
                  <a:srgbClr val="403748"/>
                </a:solidFill>
                <a:latin typeface="Roboto"/>
                <a:ea typeface="Roboto"/>
                <a:cs typeface="Roboto"/>
                <a:sym typeface="Roboto"/>
              </a:rPr>
              <a:t>PRO MATRE</a:t>
            </a:r>
            <a:endParaRPr sz="1000">
              <a:solidFill>
                <a:srgbClr val="403748"/>
              </a:solidFill>
              <a:latin typeface="Roboto"/>
              <a:ea typeface="Roboto"/>
              <a:cs typeface="Roboto"/>
              <a:sym typeface="Roboto"/>
            </a:endParaRPr>
          </a:p>
          <a:p>
            <a:pPr indent="0" lvl="0" marL="0" rtl="0" algn="ctr">
              <a:spcBef>
                <a:spcPts val="0"/>
              </a:spcBef>
              <a:spcAft>
                <a:spcPts val="0"/>
              </a:spcAft>
              <a:buNone/>
            </a:pPr>
            <a:r>
              <a:t/>
            </a:r>
            <a:endParaRPr sz="1000">
              <a:solidFill>
                <a:srgbClr val="403748"/>
              </a:solidFill>
              <a:latin typeface="Roboto"/>
              <a:ea typeface="Roboto"/>
              <a:cs typeface="Roboto"/>
              <a:sym typeface="Roboto"/>
            </a:endParaRPr>
          </a:p>
        </p:txBody>
      </p:sp>
      <p:sp>
        <p:nvSpPr>
          <p:cNvPr id="231" name="Google Shape;231;p40"/>
          <p:cNvSpPr txBox="1"/>
          <p:nvPr/>
        </p:nvSpPr>
        <p:spPr>
          <a:xfrm>
            <a:off x="9201822" y="1656700"/>
            <a:ext cx="7726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pt-BR" sz="5400">
                <a:solidFill>
                  <a:schemeClr val="lt1"/>
                </a:solidFill>
                <a:latin typeface="Roboto"/>
                <a:ea typeface="Roboto"/>
                <a:cs typeface="Roboto"/>
                <a:sym typeface="Roboto"/>
              </a:rPr>
              <a:t>Funil de Conversão</a:t>
            </a:r>
            <a:endParaRPr sz="100"/>
          </a:p>
        </p:txBody>
      </p:sp>
      <p:sp>
        <p:nvSpPr>
          <p:cNvPr id="232" name="Google Shape;232;p40"/>
          <p:cNvSpPr txBox="1"/>
          <p:nvPr/>
        </p:nvSpPr>
        <p:spPr>
          <a:xfrm>
            <a:off x="9593850" y="2926975"/>
            <a:ext cx="7872300" cy="6397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b="1" sz="2400">
              <a:solidFill>
                <a:srgbClr val="666666"/>
              </a:solidFill>
              <a:latin typeface="Roboto"/>
              <a:ea typeface="Roboto"/>
              <a:cs typeface="Roboto"/>
              <a:sym typeface="Roboto"/>
            </a:endParaRPr>
          </a:p>
          <a:p>
            <a:pPr indent="-368300" lvl="0" marL="457200" rtl="0" algn="l">
              <a:lnSpc>
                <a:spcPct val="115000"/>
              </a:lnSpc>
              <a:spcBef>
                <a:spcPts val="1200"/>
              </a:spcBef>
              <a:spcAft>
                <a:spcPts val="0"/>
              </a:spcAft>
              <a:buClr>
                <a:schemeClr val="lt1"/>
              </a:buClr>
              <a:buSzPts val="2200"/>
              <a:buFont typeface="Roboto"/>
              <a:buChar char="❖"/>
            </a:pPr>
            <a:r>
              <a:rPr lang="pt-BR" sz="2200">
                <a:solidFill>
                  <a:srgbClr val="666666"/>
                </a:solidFill>
                <a:latin typeface="Roboto"/>
                <a:ea typeface="Roboto"/>
                <a:cs typeface="Roboto"/>
                <a:sym typeface="Roboto"/>
              </a:rPr>
              <a:t>O funil de conversão em abril manteve consistência ao longo do período, com bom volume de alcance e evolução qualificada até os botões de agendamento, refletindo a maturação da estratégia de campanhas orientadas para conversão e o ganho de eficiência das otimizações implementadas desde março.</a:t>
            </a:r>
            <a:endParaRPr sz="2200">
              <a:solidFill>
                <a:srgbClr val="666666"/>
              </a:solidFill>
              <a:latin typeface="Roboto"/>
              <a:ea typeface="Roboto"/>
              <a:cs typeface="Roboto"/>
              <a:sym typeface="Roboto"/>
            </a:endParaRPr>
          </a:p>
          <a:p>
            <a:pPr indent="0" lvl="0" marL="457200" rtl="0" algn="l">
              <a:lnSpc>
                <a:spcPct val="115000"/>
              </a:lnSpc>
              <a:spcBef>
                <a:spcPts val="1200"/>
              </a:spcBef>
              <a:spcAft>
                <a:spcPts val="0"/>
              </a:spcAft>
              <a:buNone/>
            </a:pPr>
            <a:r>
              <a:t/>
            </a:r>
            <a:endParaRPr sz="2200">
              <a:solidFill>
                <a:srgbClr val="666666"/>
              </a:solidFill>
              <a:latin typeface="Roboto"/>
              <a:ea typeface="Roboto"/>
              <a:cs typeface="Roboto"/>
              <a:sym typeface="Roboto"/>
            </a:endParaRPr>
          </a:p>
          <a:p>
            <a:pPr indent="-368300" lvl="0" marL="457200" rtl="0" algn="l">
              <a:lnSpc>
                <a:spcPct val="115000"/>
              </a:lnSpc>
              <a:spcBef>
                <a:spcPts val="1200"/>
              </a:spcBef>
              <a:spcAft>
                <a:spcPts val="0"/>
              </a:spcAft>
              <a:buClr>
                <a:schemeClr val="lt1"/>
              </a:buClr>
              <a:buSzPts val="2200"/>
              <a:buFont typeface="Roboto"/>
              <a:buChar char="❖"/>
            </a:pPr>
            <a:r>
              <a:rPr lang="pt-BR" sz="2200">
                <a:solidFill>
                  <a:srgbClr val="666666"/>
                </a:solidFill>
                <a:latin typeface="Roboto"/>
                <a:ea typeface="Roboto"/>
                <a:cs typeface="Roboto"/>
                <a:sym typeface="Roboto"/>
              </a:rPr>
              <a:t>Mesmo em um mês impactado por feriados e oscilações naturais de demanda, encerramos o período com 2.288 conversões, superando a meta mensal em 21%, o que reforça a eficiência da mídia e a capacidade de sustentar resultados mesmo em cenários de sazonalidade.</a:t>
            </a:r>
            <a:endParaRPr sz="2200">
              <a:solidFill>
                <a:srgbClr val="666666"/>
              </a:solidFill>
              <a:latin typeface="Roboto"/>
              <a:ea typeface="Roboto"/>
              <a:cs typeface="Roboto"/>
              <a:sym typeface="Roboto"/>
            </a:endParaRPr>
          </a:p>
          <a:p>
            <a:pPr indent="0" lvl="0" marL="457200" rtl="0" algn="l">
              <a:spcBef>
                <a:spcPts val="1200"/>
              </a:spcBef>
              <a:spcAft>
                <a:spcPts val="0"/>
              </a:spcAft>
              <a:buNone/>
            </a:pPr>
            <a:r>
              <a:t/>
            </a:r>
            <a:endParaRPr sz="1800">
              <a:solidFill>
                <a:srgbClr val="666666"/>
              </a:solidFill>
              <a:latin typeface="Roboto"/>
              <a:ea typeface="Roboto"/>
              <a:cs typeface="Roboto"/>
              <a:sym typeface="Roboto"/>
            </a:endParaRPr>
          </a:p>
          <a:p>
            <a:pPr indent="0" lvl="0" marL="0" rtl="0" algn="l">
              <a:spcBef>
                <a:spcPts val="0"/>
              </a:spcBef>
              <a:spcAft>
                <a:spcPts val="0"/>
              </a:spcAft>
              <a:buNone/>
            </a:pPr>
            <a:r>
              <a:t/>
            </a:r>
            <a:endParaRPr sz="1800">
              <a:latin typeface="Roboto"/>
              <a:ea typeface="Roboto"/>
              <a:cs typeface="Roboto"/>
              <a:sym typeface="Roboto"/>
            </a:endParaRPr>
          </a:p>
        </p:txBody>
      </p:sp>
      <p:pic>
        <p:nvPicPr>
          <p:cNvPr id="233" name="Google Shape;233;p40"/>
          <p:cNvPicPr preferRelativeResize="0"/>
          <p:nvPr/>
        </p:nvPicPr>
        <p:blipFill rotWithShape="1">
          <a:blip r:embed="rId3">
            <a:alphaModFix/>
          </a:blip>
          <a:srcRect b="50" l="0" r="0" t="50"/>
          <a:stretch/>
        </p:blipFill>
        <p:spPr>
          <a:xfrm>
            <a:off x="350700" y="3133936"/>
            <a:ext cx="9097801" cy="52366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BF3"/>
        </a:solidFill>
      </p:bgPr>
    </p:bg>
    <p:spTree>
      <p:nvGrpSpPr>
        <p:cNvPr id="237" name="Shape 237"/>
        <p:cNvGrpSpPr/>
        <p:nvPr/>
      </p:nvGrpSpPr>
      <p:grpSpPr>
        <a:xfrm>
          <a:off x="0" y="0"/>
          <a:ext cx="0" cy="0"/>
          <a:chOff x="0" y="0"/>
          <a:chExt cx="0" cy="0"/>
        </a:xfrm>
      </p:grpSpPr>
      <p:grpSp>
        <p:nvGrpSpPr>
          <p:cNvPr id="238" name="Google Shape;238;p41"/>
          <p:cNvGrpSpPr/>
          <p:nvPr/>
        </p:nvGrpSpPr>
        <p:grpSpPr>
          <a:xfrm>
            <a:off x="16648614" y="191841"/>
            <a:ext cx="1437004" cy="264572"/>
            <a:chOff x="5037550" y="3023250"/>
            <a:chExt cx="3315652" cy="610738"/>
          </a:xfrm>
        </p:grpSpPr>
        <p:pic>
          <p:nvPicPr>
            <p:cNvPr id="239" name="Google Shape;239;p41"/>
            <p:cNvPicPr preferRelativeResize="0"/>
            <p:nvPr/>
          </p:nvPicPr>
          <p:blipFill rotWithShape="1">
            <a:blip r:embed="rId3">
              <a:alphaModFix/>
            </a:blip>
            <a:srcRect b="0" l="0" r="54179" t="0"/>
            <a:stretch/>
          </p:blipFill>
          <p:spPr>
            <a:xfrm>
              <a:off x="5037550" y="3023250"/>
              <a:ext cx="1619727" cy="602375"/>
            </a:xfrm>
            <a:prstGeom prst="rect">
              <a:avLst/>
            </a:prstGeom>
            <a:noFill/>
            <a:ln>
              <a:noFill/>
            </a:ln>
          </p:spPr>
        </p:pic>
        <p:pic>
          <p:nvPicPr>
            <p:cNvPr id="240" name="Google Shape;240;p41"/>
            <p:cNvPicPr preferRelativeResize="0"/>
            <p:nvPr/>
          </p:nvPicPr>
          <p:blipFill rotWithShape="1">
            <a:blip r:embed="rId3">
              <a:alphaModFix/>
            </a:blip>
            <a:srcRect b="0" l="54179" r="0" t="0"/>
            <a:stretch/>
          </p:blipFill>
          <p:spPr>
            <a:xfrm>
              <a:off x="6733475" y="3031613"/>
              <a:ext cx="1619727" cy="602375"/>
            </a:xfrm>
            <a:prstGeom prst="rect">
              <a:avLst/>
            </a:prstGeom>
            <a:noFill/>
            <a:ln>
              <a:noFill/>
            </a:ln>
          </p:spPr>
        </p:pic>
      </p:grpSp>
      <p:pic>
        <p:nvPicPr>
          <p:cNvPr id="241" name="Google Shape;241;p41"/>
          <p:cNvPicPr preferRelativeResize="0"/>
          <p:nvPr/>
        </p:nvPicPr>
        <p:blipFill rotWithShape="1">
          <a:blip r:embed="rId4">
            <a:alphaModFix/>
          </a:blip>
          <a:srcRect b="0" l="0" r="0" t="0"/>
          <a:stretch/>
        </p:blipFill>
        <p:spPr>
          <a:xfrm>
            <a:off x="204398" y="181661"/>
            <a:ext cx="509795" cy="319900"/>
          </a:xfrm>
          <a:prstGeom prst="rect">
            <a:avLst/>
          </a:prstGeom>
          <a:noFill/>
          <a:ln>
            <a:noFill/>
          </a:ln>
        </p:spPr>
      </p:pic>
      <p:sp>
        <p:nvSpPr>
          <p:cNvPr id="242" name="Google Shape;242;p41"/>
          <p:cNvSpPr txBox="1"/>
          <p:nvPr/>
        </p:nvSpPr>
        <p:spPr>
          <a:xfrm>
            <a:off x="375702" y="568950"/>
            <a:ext cx="14917200" cy="12006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b="1" lang="pt-BR" sz="5400">
                <a:solidFill>
                  <a:schemeClr val="lt1"/>
                </a:solidFill>
                <a:latin typeface="Roboto"/>
                <a:ea typeface="Roboto"/>
                <a:cs typeface="Roboto"/>
                <a:sym typeface="Roboto"/>
              </a:rPr>
              <a:t>Termos mais buscados em Abril</a:t>
            </a:r>
            <a:endParaRPr b="0" i="0" sz="7700" u="none" cap="none" strike="noStrike">
              <a:solidFill>
                <a:srgbClr val="B864FF"/>
              </a:solidFill>
              <a:latin typeface="Roboto Medium"/>
              <a:ea typeface="Roboto Medium"/>
              <a:cs typeface="Roboto Medium"/>
              <a:sym typeface="Roboto Medium"/>
            </a:endParaRPr>
          </a:p>
        </p:txBody>
      </p:sp>
      <p:pic>
        <p:nvPicPr>
          <p:cNvPr id="243" name="Google Shape;243;p41"/>
          <p:cNvPicPr preferRelativeResize="0"/>
          <p:nvPr/>
        </p:nvPicPr>
        <p:blipFill rotWithShape="1">
          <a:blip r:embed="rId5">
            <a:alphaModFix/>
          </a:blip>
          <a:srcRect b="0" l="0" r="0" t="0"/>
          <a:stretch/>
        </p:blipFill>
        <p:spPr>
          <a:xfrm rot="99820">
            <a:off x="106176" y="1744039"/>
            <a:ext cx="6731972" cy="516299"/>
          </a:xfrm>
          <a:prstGeom prst="rect">
            <a:avLst/>
          </a:prstGeom>
          <a:noFill/>
          <a:ln>
            <a:noFill/>
          </a:ln>
        </p:spPr>
      </p:pic>
      <p:sp>
        <p:nvSpPr>
          <p:cNvPr id="244" name="Google Shape;244;p41"/>
          <p:cNvSpPr txBox="1"/>
          <p:nvPr/>
        </p:nvSpPr>
        <p:spPr>
          <a:xfrm>
            <a:off x="2258122" y="1322997"/>
            <a:ext cx="17839800" cy="3155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2000"/>
              <a:buFont typeface="Arial"/>
              <a:buNone/>
            </a:pPr>
            <a:r>
              <a:t/>
            </a:r>
            <a:endParaRPr b="1" i="0" sz="2000" u="none" cap="none" strike="noStrike">
              <a:solidFill>
                <a:schemeClr val="dk1"/>
              </a:solidFill>
              <a:latin typeface="Roboto"/>
              <a:ea typeface="Roboto"/>
              <a:cs typeface="Roboto"/>
              <a:sym typeface="Roboto"/>
            </a:endParaRPr>
          </a:p>
          <a:p>
            <a:pPr indent="-355600" lvl="0" marL="457200" marR="0" rtl="0" algn="l">
              <a:lnSpc>
                <a:spcPct val="115000"/>
              </a:lnSpc>
              <a:spcBef>
                <a:spcPts val="1200"/>
              </a:spcBef>
              <a:spcAft>
                <a:spcPts val="0"/>
              </a:spcAft>
              <a:buClr>
                <a:schemeClr val="dk1"/>
              </a:buClr>
              <a:buSzPts val="2000"/>
              <a:buFont typeface="Roboto"/>
              <a:buChar char="-"/>
            </a:pPr>
            <a:r>
              <a:t/>
            </a:r>
            <a:endParaRPr b="1" i="0" sz="2000" u="none" cap="none" strike="noStrike">
              <a:solidFill>
                <a:schemeClr val="dk1"/>
              </a:solidFill>
              <a:latin typeface="Roboto"/>
              <a:ea typeface="Roboto"/>
              <a:cs typeface="Roboto"/>
              <a:sym typeface="Roboto"/>
            </a:endParaRPr>
          </a:p>
          <a:p>
            <a:pPr indent="-355600" lvl="0" marL="457200" marR="0" rtl="0" algn="l">
              <a:lnSpc>
                <a:spcPct val="115000"/>
              </a:lnSpc>
              <a:spcBef>
                <a:spcPts val="0"/>
              </a:spcBef>
              <a:spcAft>
                <a:spcPts val="0"/>
              </a:spcAft>
              <a:buClr>
                <a:schemeClr val="dk1"/>
              </a:buClr>
              <a:buSzPts val="2000"/>
              <a:buFont typeface="Roboto"/>
              <a:buChar char="-"/>
            </a:pPr>
            <a:r>
              <a:rPr b="1" i="0" lang="pt-BR" sz="2000" u="none" cap="none" strike="noStrike">
                <a:solidFill>
                  <a:schemeClr val="dk1"/>
                </a:solidFill>
                <a:latin typeface="Roboto"/>
                <a:ea typeface="Roboto"/>
                <a:cs typeface="Roboto"/>
                <a:sym typeface="Roboto"/>
              </a:rPr>
              <a:t>-</a:t>
            </a:r>
            <a:endParaRPr b="1" i="0" sz="2000" u="none" cap="none" strike="noStrike">
              <a:solidFill>
                <a:schemeClr val="dk1"/>
              </a:solidFill>
              <a:latin typeface="Roboto"/>
              <a:ea typeface="Roboto"/>
              <a:cs typeface="Roboto"/>
              <a:sym typeface="Roboto"/>
            </a:endParaRPr>
          </a:p>
          <a:p>
            <a:pPr indent="0" lvl="0" marL="0" marR="0" rtl="0" algn="l">
              <a:lnSpc>
                <a:spcPct val="115000"/>
              </a:lnSpc>
              <a:spcBef>
                <a:spcPts val="1200"/>
              </a:spcBef>
              <a:spcAft>
                <a:spcPts val="0"/>
              </a:spcAft>
              <a:buClr>
                <a:srgbClr val="000000"/>
              </a:buClr>
              <a:buSzPts val="2000"/>
              <a:buFont typeface="Arial"/>
              <a:buNone/>
            </a:pPr>
            <a:r>
              <a:t/>
            </a:r>
            <a:endParaRPr b="1" i="0" sz="2000" u="none" cap="none" strike="noStrike">
              <a:solidFill>
                <a:schemeClr val="dk1"/>
              </a:solidFill>
              <a:latin typeface="Roboto"/>
              <a:ea typeface="Roboto"/>
              <a:cs typeface="Roboto"/>
              <a:sym typeface="Roboto"/>
            </a:endParaRPr>
          </a:p>
          <a:p>
            <a:pPr indent="0" lvl="0" marL="457200" marR="0" rtl="0" algn="l">
              <a:lnSpc>
                <a:spcPct val="115000"/>
              </a:lnSpc>
              <a:spcBef>
                <a:spcPts val="1200"/>
              </a:spcBef>
              <a:spcAft>
                <a:spcPts val="0"/>
              </a:spcAft>
              <a:buClr>
                <a:srgbClr val="000000"/>
              </a:buClr>
              <a:buSzPts val="2000"/>
              <a:buFont typeface="Arial"/>
              <a:buNone/>
            </a:pPr>
            <a:r>
              <a:rPr b="1" i="0" lang="pt-BR" sz="2000" u="none" cap="none" strike="noStrike">
                <a:solidFill>
                  <a:schemeClr val="dk1"/>
                </a:solidFill>
                <a:latin typeface="Roboto"/>
                <a:ea typeface="Roboto"/>
                <a:cs typeface="Roboto"/>
                <a:sym typeface="Roboto"/>
              </a:rPr>
              <a:t> </a:t>
            </a:r>
            <a:endParaRPr b="1" i="0" sz="2000" u="none" cap="none" strike="noStrike">
              <a:solidFill>
                <a:schemeClr val="dk1"/>
              </a:solidFill>
              <a:latin typeface="Roboto"/>
              <a:ea typeface="Roboto"/>
              <a:cs typeface="Roboto"/>
              <a:sym typeface="Roboto"/>
            </a:endParaRPr>
          </a:p>
          <a:p>
            <a:pPr indent="0" lvl="0" marL="457200" marR="0" rtl="0" algn="l">
              <a:lnSpc>
                <a:spcPct val="100000"/>
              </a:lnSpc>
              <a:spcBef>
                <a:spcPts val="1200"/>
              </a:spcBef>
              <a:spcAft>
                <a:spcPts val="0"/>
              </a:spcAft>
              <a:buClr>
                <a:srgbClr val="000000"/>
              </a:buClr>
              <a:buSzPts val="2000"/>
              <a:buFont typeface="Arial"/>
              <a:buNone/>
            </a:pPr>
            <a:r>
              <a:t/>
            </a:r>
            <a:endParaRPr b="1" i="0" sz="2000" u="none" cap="none" strike="noStrike">
              <a:solidFill>
                <a:schemeClr val="dk1"/>
              </a:solidFill>
              <a:latin typeface="Roboto"/>
              <a:ea typeface="Roboto"/>
              <a:cs typeface="Roboto"/>
              <a:sym typeface="Roboto"/>
            </a:endParaRPr>
          </a:p>
          <a:p>
            <a:pPr indent="0" lvl="0" marL="457200"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245" name="Google Shape;245;p41"/>
          <p:cNvSpPr/>
          <p:nvPr/>
        </p:nvSpPr>
        <p:spPr>
          <a:xfrm>
            <a:off x="3227425" y="3161374"/>
            <a:ext cx="3346200" cy="6678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41"/>
          <p:cNvSpPr txBox="1"/>
          <p:nvPr/>
        </p:nvSpPr>
        <p:spPr>
          <a:xfrm>
            <a:off x="3871149" y="3346725"/>
            <a:ext cx="2248800" cy="91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800"/>
              <a:buFont typeface="Arial"/>
              <a:buNone/>
            </a:pPr>
            <a:r>
              <a:rPr b="1" lang="pt-BR" sz="2200">
                <a:solidFill>
                  <a:srgbClr val="403748"/>
                </a:solidFill>
                <a:latin typeface="Oswald"/>
                <a:ea typeface="Oswald"/>
                <a:cs typeface="Oswald"/>
                <a:sym typeface="Oswald"/>
              </a:rPr>
              <a:t>Buscas Institucionais</a:t>
            </a:r>
            <a:endParaRPr b="1" i="0" sz="2200" u="none" cap="none" strike="noStrike">
              <a:solidFill>
                <a:srgbClr val="403748"/>
              </a:solidFill>
              <a:latin typeface="Oswald"/>
              <a:ea typeface="Oswald"/>
              <a:cs typeface="Oswald"/>
              <a:sym typeface="Oswald"/>
            </a:endParaRPr>
          </a:p>
        </p:txBody>
      </p:sp>
      <p:sp>
        <p:nvSpPr>
          <p:cNvPr id="247" name="Google Shape;247;p41"/>
          <p:cNvSpPr txBox="1"/>
          <p:nvPr/>
        </p:nvSpPr>
        <p:spPr>
          <a:xfrm>
            <a:off x="3871150" y="4464122"/>
            <a:ext cx="2524200" cy="5384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400"/>
              <a:buFont typeface="Arial"/>
              <a:buNone/>
            </a:pPr>
            <a:r>
              <a:rPr lang="pt-BR" sz="2000">
                <a:solidFill>
                  <a:srgbClr val="595959"/>
                </a:solidFill>
                <a:latin typeface="Roboto"/>
                <a:ea typeface="Roboto"/>
                <a:cs typeface="Roboto"/>
                <a:sym typeface="Roboto"/>
              </a:rPr>
              <a:t>Os termos relacionados à marca seguiram liderando o volume de buscas, com destaque para “Pro Matre” e suas variações, reforçando o alto reconhecimento da marca e a forte intenção de usuários já familiarizados com a  Pro Matre.</a:t>
            </a:r>
            <a:endParaRPr b="0" i="0" sz="2000" u="none" cap="none" strike="noStrike">
              <a:solidFill>
                <a:srgbClr val="595959"/>
              </a:solidFill>
              <a:latin typeface="Roboto"/>
              <a:ea typeface="Roboto"/>
              <a:cs typeface="Roboto"/>
              <a:sym typeface="Roboto"/>
            </a:endParaRPr>
          </a:p>
        </p:txBody>
      </p:sp>
      <p:cxnSp>
        <p:nvCxnSpPr>
          <p:cNvPr id="248" name="Google Shape;248;p41"/>
          <p:cNvCxnSpPr/>
          <p:nvPr/>
        </p:nvCxnSpPr>
        <p:spPr>
          <a:xfrm>
            <a:off x="4008847" y="4395385"/>
            <a:ext cx="2248800" cy="0"/>
          </a:xfrm>
          <a:prstGeom prst="straightConnector1">
            <a:avLst/>
          </a:prstGeom>
          <a:noFill/>
          <a:ln cap="flat" cmpd="sng" w="9525">
            <a:solidFill>
              <a:srgbClr val="1E1E1E"/>
            </a:solidFill>
            <a:prstDash val="solid"/>
            <a:round/>
            <a:headEnd len="sm" w="sm" type="none"/>
            <a:tailEnd len="sm" w="sm" type="none"/>
          </a:ln>
        </p:spPr>
      </p:cxnSp>
      <p:sp>
        <p:nvSpPr>
          <p:cNvPr id="249" name="Google Shape;249;p41"/>
          <p:cNvSpPr/>
          <p:nvPr/>
        </p:nvSpPr>
        <p:spPr>
          <a:xfrm>
            <a:off x="7710375" y="3169824"/>
            <a:ext cx="3346200" cy="6678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41"/>
          <p:cNvSpPr txBox="1"/>
          <p:nvPr/>
        </p:nvSpPr>
        <p:spPr>
          <a:xfrm>
            <a:off x="8354097" y="3353785"/>
            <a:ext cx="2524200" cy="91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800"/>
              <a:buFont typeface="Arial"/>
              <a:buNone/>
            </a:pPr>
            <a:r>
              <a:rPr b="1" lang="pt-BR" sz="2200">
                <a:solidFill>
                  <a:srgbClr val="403748"/>
                </a:solidFill>
                <a:latin typeface="Oswald"/>
                <a:ea typeface="Oswald"/>
                <a:cs typeface="Oswald"/>
                <a:sym typeface="Oswald"/>
              </a:rPr>
              <a:t>Intenção de Agendamento</a:t>
            </a:r>
            <a:endParaRPr b="1" i="0" sz="2200" u="none" cap="none" strike="noStrike">
              <a:solidFill>
                <a:srgbClr val="403748"/>
              </a:solidFill>
              <a:latin typeface="Oswald"/>
              <a:ea typeface="Oswald"/>
              <a:cs typeface="Oswald"/>
              <a:sym typeface="Oswald"/>
            </a:endParaRPr>
          </a:p>
        </p:txBody>
      </p:sp>
      <p:sp>
        <p:nvSpPr>
          <p:cNvPr id="251" name="Google Shape;251;p41"/>
          <p:cNvSpPr txBox="1"/>
          <p:nvPr/>
        </p:nvSpPr>
        <p:spPr>
          <a:xfrm>
            <a:off x="8443250" y="4464124"/>
            <a:ext cx="2524200" cy="4203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400"/>
              <a:buFont typeface="Arial"/>
              <a:buNone/>
            </a:pPr>
            <a:r>
              <a:rPr lang="pt-BR" sz="2000">
                <a:solidFill>
                  <a:srgbClr val="595959"/>
                </a:solidFill>
                <a:latin typeface="Roboto"/>
                <a:ea typeface="Roboto"/>
                <a:cs typeface="Roboto"/>
                <a:sym typeface="Roboto"/>
              </a:rPr>
              <a:t>O termo “Pro Matre agendamento” se destacou pela alta taxa de clique, evidenciando um público em estágio avançado de decisão e forte propensão à conversão, alinhado ao objetivo das campanhas.</a:t>
            </a:r>
            <a:endParaRPr b="0" i="0" sz="2000" u="none" cap="none" strike="noStrike">
              <a:solidFill>
                <a:srgbClr val="595959"/>
              </a:solidFill>
              <a:latin typeface="Roboto"/>
              <a:ea typeface="Roboto"/>
              <a:cs typeface="Roboto"/>
              <a:sym typeface="Roboto"/>
            </a:endParaRPr>
          </a:p>
        </p:txBody>
      </p:sp>
      <p:cxnSp>
        <p:nvCxnSpPr>
          <p:cNvPr id="252" name="Google Shape;252;p41"/>
          <p:cNvCxnSpPr/>
          <p:nvPr/>
        </p:nvCxnSpPr>
        <p:spPr>
          <a:xfrm>
            <a:off x="8491797" y="4402435"/>
            <a:ext cx="2248800" cy="0"/>
          </a:xfrm>
          <a:prstGeom prst="straightConnector1">
            <a:avLst/>
          </a:prstGeom>
          <a:noFill/>
          <a:ln cap="flat" cmpd="sng" w="9525">
            <a:solidFill>
              <a:srgbClr val="1E1E1E"/>
            </a:solidFill>
            <a:prstDash val="solid"/>
            <a:round/>
            <a:headEnd len="sm" w="sm" type="none"/>
            <a:tailEnd len="sm" w="sm" type="none"/>
          </a:ln>
        </p:spPr>
      </p:cxnSp>
      <p:sp>
        <p:nvSpPr>
          <p:cNvPr id="253" name="Google Shape;253;p41"/>
          <p:cNvSpPr/>
          <p:nvPr/>
        </p:nvSpPr>
        <p:spPr>
          <a:xfrm>
            <a:off x="12193325" y="3152899"/>
            <a:ext cx="3346200" cy="66786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41"/>
          <p:cNvSpPr txBox="1"/>
          <p:nvPr/>
        </p:nvSpPr>
        <p:spPr>
          <a:xfrm>
            <a:off x="12837047" y="3465099"/>
            <a:ext cx="2524200" cy="91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800"/>
              <a:buFont typeface="Arial"/>
              <a:buNone/>
            </a:pPr>
            <a:r>
              <a:rPr b="1" lang="pt-BR" sz="2200">
                <a:solidFill>
                  <a:srgbClr val="403748"/>
                </a:solidFill>
                <a:latin typeface="Oswald"/>
                <a:ea typeface="Oswald"/>
                <a:cs typeface="Oswald"/>
                <a:sym typeface="Oswald"/>
              </a:rPr>
              <a:t>Busca por Especialidades</a:t>
            </a:r>
            <a:endParaRPr b="1" i="0" sz="2200" u="none" cap="none" strike="noStrike">
              <a:solidFill>
                <a:srgbClr val="403748"/>
              </a:solidFill>
              <a:latin typeface="Oswald"/>
              <a:ea typeface="Oswald"/>
              <a:cs typeface="Oswald"/>
              <a:sym typeface="Oswald"/>
            </a:endParaRPr>
          </a:p>
        </p:txBody>
      </p:sp>
      <p:cxnSp>
        <p:nvCxnSpPr>
          <p:cNvPr id="255" name="Google Shape;255;p41"/>
          <p:cNvCxnSpPr/>
          <p:nvPr/>
        </p:nvCxnSpPr>
        <p:spPr>
          <a:xfrm>
            <a:off x="12974747" y="4388297"/>
            <a:ext cx="2248800" cy="0"/>
          </a:xfrm>
          <a:prstGeom prst="straightConnector1">
            <a:avLst/>
          </a:prstGeom>
          <a:noFill/>
          <a:ln cap="flat" cmpd="sng" w="9525">
            <a:solidFill>
              <a:srgbClr val="1E1E1E"/>
            </a:solidFill>
            <a:prstDash val="solid"/>
            <a:round/>
            <a:headEnd len="sm" w="sm" type="none"/>
            <a:tailEnd len="sm" w="sm" type="none"/>
          </a:ln>
        </p:spPr>
      </p:cxnSp>
      <p:sp>
        <p:nvSpPr>
          <p:cNvPr id="256" name="Google Shape;256;p41"/>
          <p:cNvSpPr txBox="1"/>
          <p:nvPr/>
        </p:nvSpPr>
        <p:spPr>
          <a:xfrm>
            <a:off x="15061875" y="3353797"/>
            <a:ext cx="2524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800"/>
              <a:buFont typeface="Arial"/>
              <a:buNone/>
            </a:pPr>
            <a:r>
              <a:t/>
            </a:r>
            <a:endParaRPr b="1" i="0" sz="2000" u="none" cap="none" strike="noStrike">
              <a:solidFill>
                <a:srgbClr val="403748"/>
              </a:solidFill>
              <a:latin typeface="Oswald"/>
              <a:ea typeface="Oswald"/>
              <a:cs typeface="Oswald"/>
              <a:sym typeface="Oswald"/>
            </a:endParaRPr>
          </a:p>
        </p:txBody>
      </p:sp>
      <p:sp>
        <p:nvSpPr>
          <p:cNvPr id="257" name="Google Shape;257;p41"/>
          <p:cNvSpPr txBox="1"/>
          <p:nvPr/>
        </p:nvSpPr>
        <p:spPr>
          <a:xfrm>
            <a:off x="2579422" y="4327035"/>
            <a:ext cx="1367700" cy="1514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600"/>
              <a:buFont typeface="Arial"/>
              <a:buNone/>
            </a:pPr>
            <a:r>
              <a:rPr b="0" i="0" lang="pt-BR" sz="9600" u="none" cap="none" strike="noStrike">
                <a:solidFill>
                  <a:srgbClr val="B864FF"/>
                </a:solidFill>
                <a:latin typeface="Roboto Black"/>
                <a:ea typeface="Roboto Black"/>
                <a:cs typeface="Roboto Black"/>
                <a:sym typeface="Roboto Black"/>
              </a:rPr>
              <a:t>1.</a:t>
            </a:r>
            <a:endParaRPr b="0" i="0" sz="9600" u="none" cap="none" strike="noStrike">
              <a:solidFill>
                <a:srgbClr val="B864FF"/>
              </a:solidFill>
              <a:latin typeface="Roboto Black"/>
              <a:ea typeface="Roboto Black"/>
              <a:cs typeface="Roboto Black"/>
              <a:sym typeface="Roboto Black"/>
            </a:endParaRPr>
          </a:p>
        </p:txBody>
      </p:sp>
      <p:sp>
        <p:nvSpPr>
          <p:cNvPr id="258" name="Google Shape;258;p41"/>
          <p:cNvSpPr txBox="1"/>
          <p:nvPr/>
        </p:nvSpPr>
        <p:spPr>
          <a:xfrm>
            <a:off x="7103247" y="4357097"/>
            <a:ext cx="1367700" cy="1514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600"/>
              <a:buFont typeface="Arial"/>
              <a:buNone/>
            </a:pPr>
            <a:r>
              <a:rPr b="0" i="0" lang="pt-BR" sz="9600" u="none" cap="none" strike="noStrike">
                <a:solidFill>
                  <a:srgbClr val="B864FF"/>
                </a:solidFill>
                <a:latin typeface="Roboto Black"/>
                <a:ea typeface="Roboto Black"/>
                <a:cs typeface="Roboto Black"/>
                <a:sym typeface="Roboto Black"/>
              </a:rPr>
              <a:t>2.</a:t>
            </a:r>
            <a:endParaRPr b="0" i="0" sz="9600" u="none" cap="none" strike="noStrike">
              <a:solidFill>
                <a:srgbClr val="B864FF"/>
              </a:solidFill>
              <a:latin typeface="Roboto Black"/>
              <a:ea typeface="Roboto Black"/>
              <a:cs typeface="Roboto Black"/>
              <a:sym typeface="Roboto Black"/>
            </a:endParaRPr>
          </a:p>
        </p:txBody>
      </p:sp>
      <p:sp>
        <p:nvSpPr>
          <p:cNvPr id="259" name="Google Shape;259;p41"/>
          <p:cNvSpPr txBox="1"/>
          <p:nvPr/>
        </p:nvSpPr>
        <p:spPr>
          <a:xfrm>
            <a:off x="11621747" y="4357085"/>
            <a:ext cx="1367700" cy="1514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600"/>
              <a:buFont typeface="Arial"/>
              <a:buNone/>
            </a:pPr>
            <a:r>
              <a:rPr b="0" i="0" lang="pt-BR" sz="9600" u="none" cap="none" strike="noStrike">
                <a:solidFill>
                  <a:srgbClr val="B864FF"/>
                </a:solidFill>
                <a:latin typeface="Roboto Black"/>
                <a:ea typeface="Roboto Black"/>
                <a:cs typeface="Roboto Black"/>
                <a:sym typeface="Roboto Black"/>
              </a:rPr>
              <a:t>3.</a:t>
            </a:r>
            <a:endParaRPr b="0" i="0" sz="9600" u="none" cap="none" strike="noStrike">
              <a:solidFill>
                <a:srgbClr val="B864FF"/>
              </a:solidFill>
              <a:latin typeface="Roboto Black"/>
              <a:ea typeface="Roboto Black"/>
              <a:cs typeface="Roboto Black"/>
              <a:sym typeface="Roboto Black"/>
            </a:endParaRPr>
          </a:p>
        </p:txBody>
      </p:sp>
      <p:sp>
        <p:nvSpPr>
          <p:cNvPr id="260" name="Google Shape;260;p41"/>
          <p:cNvSpPr txBox="1"/>
          <p:nvPr/>
        </p:nvSpPr>
        <p:spPr>
          <a:xfrm>
            <a:off x="12837075" y="4557796"/>
            <a:ext cx="2524200" cy="5290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400"/>
              <a:buFont typeface="Arial"/>
              <a:buNone/>
            </a:pPr>
            <a:r>
              <a:rPr lang="pt-BR" sz="2000">
                <a:solidFill>
                  <a:srgbClr val="595959"/>
                </a:solidFill>
                <a:latin typeface="Roboto"/>
                <a:ea typeface="Roboto"/>
                <a:cs typeface="Roboto"/>
                <a:sym typeface="Roboto"/>
              </a:rPr>
              <a:t>Termos como “ecocardiograma fetal” e “ultrassom morfológico 1 trimestre” reforçam o interesse por serviços específicos, mostrando oportunidades para ampliar a cobertura em campanhas de exames e especialidades.</a:t>
            </a:r>
            <a:endParaRPr b="0" i="0" sz="2000" u="none" cap="none" strike="noStrike">
              <a:solidFill>
                <a:srgbClr val="595959"/>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BF3"/>
        </a:solidFill>
      </p:bgPr>
    </p:bg>
    <p:spTree>
      <p:nvGrpSpPr>
        <p:cNvPr id="264" name="Shape 264"/>
        <p:cNvGrpSpPr/>
        <p:nvPr/>
      </p:nvGrpSpPr>
      <p:grpSpPr>
        <a:xfrm>
          <a:off x="0" y="0"/>
          <a:ext cx="0" cy="0"/>
          <a:chOff x="0" y="0"/>
          <a:chExt cx="0" cy="0"/>
        </a:xfrm>
      </p:grpSpPr>
      <p:grpSp>
        <p:nvGrpSpPr>
          <p:cNvPr id="265" name="Google Shape;265;p42"/>
          <p:cNvGrpSpPr/>
          <p:nvPr/>
        </p:nvGrpSpPr>
        <p:grpSpPr>
          <a:xfrm>
            <a:off x="16648614" y="191841"/>
            <a:ext cx="1437004" cy="264572"/>
            <a:chOff x="5037550" y="3023250"/>
            <a:chExt cx="3315652" cy="610738"/>
          </a:xfrm>
        </p:grpSpPr>
        <p:pic>
          <p:nvPicPr>
            <p:cNvPr id="266" name="Google Shape;266;p42"/>
            <p:cNvPicPr preferRelativeResize="0"/>
            <p:nvPr/>
          </p:nvPicPr>
          <p:blipFill rotWithShape="1">
            <a:blip r:embed="rId3">
              <a:alphaModFix/>
            </a:blip>
            <a:srcRect b="0" l="0" r="54179" t="0"/>
            <a:stretch/>
          </p:blipFill>
          <p:spPr>
            <a:xfrm>
              <a:off x="5037550" y="3023250"/>
              <a:ext cx="1619727" cy="602375"/>
            </a:xfrm>
            <a:prstGeom prst="rect">
              <a:avLst/>
            </a:prstGeom>
            <a:noFill/>
            <a:ln>
              <a:noFill/>
            </a:ln>
          </p:spPr>
        </p:pic>
        <p:pic>
          <p:nvPicPr>
            <p:cNvPr id="267" name="Google Shape;267;p42"/>
            <p:cNvPicPr preferRelativeResize="0"/>
            <p:nvPr/>
          </p:nvPicPr>
          <p:blipFill rotWithShape="1">
            <a:blip r:embed="rId3">
              <a:alphaModFix/>
            </a:blip>
            <a:srcRect b="0" l="54179" r="0" t="0"/>
            <a:stretch/>
          </p:blipFill>
          <p:spPr>
            <a:xfrm>
              <a:off x="6733475" y="3031613"/>
              <a:ext cx="1619727" cy="602375"/>
            </a:xfrm>
            <a:prstGeom prst="rect">
              <a:avLst/>
            </a:prstGeom>
            <a:noFill/>
            <a:ln>
              <a:noFill/>
            </a:ln>
          </p:spPr>
        </p:pic>
      </p:grpSp>
      <p:pic>
        <p:nvPicPr>
          <p:cNvPr id="268" name="Google Shape;268;p42"/>
          <p:cNvPicPr preferRelativeResize="0"/>
          <p:nvPr/>
        </p:nvPicPr>
        <p:blipFill rotWithShape="1">
          <a:blip r:embed="rId4">
            <a:alphaModFix/>
          </a:blip>
          <a:srcRect b="0" l="0" r="0" t="0"/>
          <a:stretch/>
        </p:blipFill>
        <p:spPr>
          <a:xfrm>
            <a:off x="204398" y="181661"/>
            <a:ext cx="509795" cy="319900"/>
          </a:xfrm>
          <a:prstGeom prst="rect">
            <a:avLst/>
          </a:prstGeom>
          <a:noFill/>
          <a:ln>
            <a:noFill/>
          </a:ln>
        </p:spPr>
      </p:pic>
      <p:sp>
        <p:nvSpPr>
          <p:cNvPr id="269" name="Google Shape;269;p42"/>
          <p:cNvSpPr txBox="1"/>
          <p:nvPr/>
        </p:nvSpPr>
        <p:spPr>
          <a:xfrm>
            <a:off x="375702" y="568950"/>
            <a:ext cx="14917200" cy="12006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b="1" lang="pt-BR" sz="5400">
                <a:solidFill>
                  <a:schemeClr val="lt1"/>
                </a:solidFill>
                <a:latin typeface="Roboto"/>
                <a:ea typeface="Roboto"/>
                <a:cs typeface="Roboto"/>
                <a:sym typeface="Roboto"/>
              </a:rPr>
              <a:t>Projeção de Resultados para Maio</a:t>
            </a:r>
            <a:endParaRPr b="0" i="0" sz="7700" u="none" cap="none" strike="noStrike">
              <a:solidFill>
                <a:srgbClr val="B864FF"/>
              </a:solidFill>
              <a:latin typeface="Roboto Medium"/>
              <a:ea typeface="Roboto Medium"/>
              <a:cs typeface="Roboto Medium"/>
              <a:sym typeface="Roboto Medium"/>
            </a:endParaRPr>
          </a:p>
        </p:txBody>
      </p:sp>
      <p:pic>
        <p:nvPicPr>
          <p:cNvPr id="270" name="Google Shape;270;p42"/>
          <p:cNvPicPr preferRelativeResize="0"/>
          <p:nvPr/>
        </p:nvPicPr>
        <p:blipFill rotWithShape="1">
          <a:blip r:embed="rId5">
            <a:alphaModFix/>
          </a:blip>
          <a:srcRect b="0" l="0" r="0" t="0"/>
          <a:stretch/>
        </p:blipFill>
        <p:spPr>
          <a:xfrm rot="99820">
            <a:off x="106176" y="1744039"/>
            <a:ext cx="6731972" cy="516299"/>
          </a:xfrm>
          <a:prstGeom prst="rect">
            <a:avLst/>
          </a:prstGeom>
          <a:noFill/>
          <a:ln>
            <a:noFill/>
          </a:ln>
        </p:spPr>
      </p:pic>
      <p:sp>
        <p:nvSpPr>
          <p:cNvPr id="271" name="Google Shape;271;p42"/>
          <p:cNvSpPr txBox="1"/>
          <p:nvPr/>
        </p:nvSpPr>
        <p:spPr>
          <a:xfrm>
            <a:off x="15061875" y="3353797"/>
            <a:ext cx="2524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800"/>
              <a:buFont typeface="Arial"/>
              <a:buNone/>
            </a:pPr>
            <a:r>
              <a:t/>
            </a:r>
            <a:endParaRPr b="1" i="0" sz="2000" u="none" cap="none" strike="noStrike">
              <a:solidFill>
                <a:srgbClr val="403748"/>
              </a:solidFill>
              <a:latin typeface="Oswald"/>
              <a:ea typeface="Oswald"/>
              <a:cs typeface="Oswald"/>
              <a:sym typeface="Oswald"/>
            </a:endParaRPr>
          </a:p>
        </p:txBody>
      </p:sp>
      <p:sp>
        <p:nvSpPr>
          <p:cNvPr id="272" name="Google Shape;272;p42"/>
          <p:cNvSpPr txBox="1"/>
          <p:nvPr/>
        </p:nvSpPr>
        <p:spPr>
          <a:xfrm>
            <a:off x="375700" y="8350846"/>
            <a:ext cx="16976400" cy="9126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1200"/>
              </a:spcBef>
              <a:spcAft>
                <a:spcPts val="0"/>
              </a:spcAft>
              <a:buClr>
                <a:schemeClr val="lt1"/>
              </a:buClr>
              <a:buSzPts val="2200"/>
              <a:buFont typeface="Roboto"/>
              <a:buChar char="❖"/>
            </a:pPr>
            <a:r>
              <a:rPr lang="pt-BR" sz="2200">
                <a:solidFill>
                  <a:srgbClr val="666666"/>
                </a:solidFill>
                <a:latin typeface="Roboto"/>
                <a:ea typeface="Roboto"/>
                <a:cs typeface="Roboto"/>
                <a:sym typeface="Roboto"/>
              </a:rPr>
              <a:t>A projeção acompanha a curva de amadurecimento das campanhas e mantém uma expectativa de crescimento sustentável, baseada no ganho de eficiência observado desde a mudança de objetivo implementada em março.</a:t>
            </a:r>
            <a:endParaRPr b="1" sz="2200">
              <a:latin typeface="Roboto"/>
              <a:ea typeface="Roboto"/>
              <a:cs typeface="Roboto"/>
              <a:sym typeface="Roboto"/>
            </a:endParaRPr>
          </a:p>
        </p:txBody>
      </p:sp>
      <p:pic>
        <p:nvPicPr>
          <p:cNvPr id="273" name="Google Shape;273;p42" title="Gráfico"/>
          <p:cNvPicPr preferRelativeResize="0"/>
          <p:nvPr/>
        </p:nvPicPr>
        <p:blipFill>
          <a:blip r:embed="rId6">
            <a:alphaModFix/>
          </a:blip>
          <a:stretch>
            <a:fillRect/>
          </a:stretch>
        </p:blipFill>
        <p:spPr>
          <a:xfrm>
            <a:off x="3395115" y="2482876"/>
            <a:ext cx="11497766" cy="51546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3"/>
          <p:cNvSpPr/>
          <p:nvPr/>
        </p:nvSpPr>
        <p:spPr>
          <a:xfrm>
            <a:off x="364003" y="5827575"/>
            <a:ext cx="17567400" cy="4205100"/>
          </a:xfrm>
          <a:prstGeom prst="rect">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 name="Google Shape;279;p43"/>
          <p:cNvSpPr/>
          <p:nvPr/>
        </p:nvSpPr>
        <p:spPr>
          <a:xfrm>
            <a:off x="368391" y="955075"/>
            <a:ext cx="17567400" cy="4205100"/>
          </a:xfrm>
          <a:prstGeom prst="rect">
            <a:avLst/>
          </a:prstGeom>
          <a:solidFill>
            <a:srgbClr val="B864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43"/>
          <p:cNvSpPr txBox="1"/>
          <p:nvPr/>
        </p:nvSpPr>
        <p:spPr>
          <a:xfrm>
            <a:off x="2297600" y="2595924"/>
            <a:ext cx="4887900" cy="9234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pt-BR" sz="6000">
                <a:solidFill>
                  <a:schemeClr val="dk1"/>
                </a:solidFill>
                <a:latin typeface="Roboto Medium"/>
                <a:ea typeface="Roboto Medium"/>
                <a:cs typeface="Roboto Medium"/>
                <a:sym typeface="Roboto Medium"/>
              </a:rPr>
              <a:t>Conclusão</a:t>
            </a:r>
            <a:endParaRPr sz="100">
              <a:solidFill>
                <a:schemeClr val="dk1"/>
              </a:solidFill>
            </a:endParaRPr>
          </a:p>
        </p:txBody>
      </p:sp>
      <p:sp>
        <p:nvSpPr>
          <p:cNvPr id="281" name="Google Shape;281;p43"/>
          <p:cNvSpPr txBox="1"/>
          <p:nvPr/>
        </p:nvSpPr>
        <p:spPr>
          <a:xfrm>
            <a:off x="10996875" y="2204050"/>
            <a:ext cx="5553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434343"/>
              </a:solidFill>
              <a:latin typeface="Roboto"/>
              <a:ea typeface="Roboto"/>
              <a:cs typeface="Roboto"/>
              <a:sym typeface="Roboto"/>
            </a:endParaRPr>
          </a:p>
        </p:txBody>
      </p:sp>
      <p:sp>
        <p:nvSpPr>
          <p:cNvPr id="282" name="Google Shape;282;p43"/>
          <p:cNvSpPr txBox="1"/>
          <p:nvPr/>
        </p:nvSpPr>
        <p:spPr>
          <a:xfrm>
            <a:off x="7053550" y="1124375"/>
            <a:ext cx="10878000" cy="8017200"/>
          </a:xfrm>
          <a:prstGeom prst="rect">
            <a:avLst/>
          </a:prstGeom>
          <a:noFill/>
          <a:ln>
            <a:noFill/>
          </a:ln>
        </p:spPr>
        <p:txBody>
          <a:bodyPr anchorCtr="0" anchor="t" bIns="91425" lIns="91425" spcFirstLastPara="1" rIns="91425" wrap="square" tIns="91425">
            <a:spAutoFit/>
          </a:bodyPr>
          <a:lstStyle/>
          <a:p>
            <a:pPr indent="-336550" lvl="0" marL="457200" rtl="0" algn="l">
              <a:lnSpc>
                <a:spcPct val="150000"/>
              </a:lnSpc>
              <a:spcBef>
                <a:spcPts val="0"/>
              </a:spcBef>
              <a:spcAft>
                <a:spcPts val="0"/>
              </a:spcAft>
              <a:buClr>
                <a:schemeClr val="dk1"/>
              </a:buClr>
              <a:buSzPts val="1700"/>
              <a:buFont typeface="Roboto"/>
              <a:buChar char="❖"/>
            </a:pPr>
            <a:r>
              <a:rPr lang="pt-BR" sz="1700">
                <a:solidFill>
                  <a:schemeClr val="dk1"/>
                </a:solidFill>
                <a:latin typeface="Roboto"/>
                <a:ea typeface="Roboto"/>
                <a:cs typeface="Roboto"/>
                <a:sym typeface="Roboto"/>
              </a:rPr>
              <a:t>Abril foi um mês marcado por desafios sazonais, com feriados que impactaram diretamente o comportamento da demanda ao longo do período. Ainda assim, a estratégia manteve consistência e superou a meta mensal, encerrando o mês com 121% da meta de conversão.</a:t>
            </a:r>
            <a:br>
              <a:rPr lang="pt-BR" sz="1700">
                <a:solidFill>
                  <a:schemeClr val="dk1"/>
                </a:solidFill>
                <a:latin typeface="Roboto"/>
                <a:ea typeface="Roboto"/>
                <a:cs typeface="Roboto"/>
                <a:sym typeface="Roboto"/>
              </a:rPr>
            </a:br>
            <a:endParaRPr sz="1700">
              <a:solidFill>
                <a:schemeClr val="dk1"/>
              </a:solidFill>
              <a:latin typeface="Roboto"/>
              <a:ea typeface="Roboto"/>
              <a:cs typeface="Roboto"/>
              <a:sym typeface="Roboto"/>
            </a:endParaRPr>
          </a:p>
          <a:p>
            <a:pPr indent="-336550" lvl="0" marL="457200" rtl="0" algn="l">
              <a:lnSpc>
                <a:spcPct val="150000"/>
              </a:lnSpc>
              <a:spcBef>
                <a:spcPts val="0"/>
              </a:spcBef>
              <a:spcAft>
                <a:spcPts val="0"/>
              </a:spcAft>
              <a:buClr>
                <a:schemeClr val="dk1"/>
              </a:buClr>
              <a:buSzPts val="1700"/>
              <a:buFont typeface="Roboto"/>
              <a:buChar char="❖"/>
            </a:pPr>
            <a:r>
              <a:rPr lang="pt-BR" sz="1700">
                <a:solidFill>
                  <a:schemeClr val="dk1"/>
                </a:solidFill>
                <a:latin typeface="Roboto"/>
                <a:ea typeface="Roboto"/>
                <a:cs typeface="Roboto"/>
                <a:sym typeface="Roboto"/>
              </a:rPr>
              <a:t>A mudança de objetivo para conversão, implementada em março, segue em processo de amadurecimento e ganho de tração, refletindo em maior eficiência na entrega e evolução do volume de agendamentos.</a:t>
            </a:r>
            <a:endParaRPr sz="1700">
              <a:solidFill>
                <a:schemeClr val="dk1"/>
              </a:solidFill>
              <a:latin typeface="Roboto"/>
              <a:ea typeface="Roboto"/>
              <a:cs typeface="Roboto"/>
              <a:sym typeface="Roboto"/>
            </a:endParaRPr>
          </a:p>
          <a:p>
            <a:pPr indent="0" lvl="0" marL="457200" rtl="0" algn="l">
              <a:lnSpc>
                <a:spcPct val="150000"/>
              </a:lnSpc>
              <a:spcBef>
                <a:spcPts val="0"/>
              </a:spcBef>
              <a:spcAft>
                <a:spcPts val="0"/>
              </a:spcAft>
              <a:buNone/>
            </a:pPr>
            <a:r>
              <a:t/>
            </a:r>
            <a:endParaRPr sz="1700">
              <a:solidFill>
                <a:schemeClr val="dk1"/>
              </a:solidFill>
              <a:latin typeface="Roboto"/>
              <a:ea typeface="Roboto"/>
              <a:cs typeface="Roboto"/>
              <a:sym typeface="Roboto"/>
            </a:endParaRPr>
          </a:p>
          <a:p>
            <a:pPr indent="-336550" lvl="0" marL="457200" rtl="0" algn="l">
              <a:lnSpc>
                <a:spcPct val="150000"/>
              </a:lnSpc>
              <a:spcBef>
                <a:spcPts val="0"/>
              </a:spcBef>
              <a:spcAft>
                <a:spcPts val="0"/>
              </a:spcAft>
              <a:buClr>
                <a:schemeClr val="dk1"/>
              </a:buClr>
              <a:buSzPts val="1700"/>
              <a:buFont typeface="Roboto"/>
              <a:buChar char="❖"/>
            </a:pPr>
            <a:r>
              <a:rPr lang="pt-BR" sz="1700">
                <a:solidFill>
                  <a:schemeClr val="dk1"/>
                </a:solidFill>
                <a:latin typeface="Roboto"/>
                <a:ea typeface="Roboto"/>
                <a:cs typeface="Roboto"/>
                <a:sym typeface="Roboto"/>
              </a:rPr>
              <a:t>Observamos crescimento relevante em canais estratégicos como Tuotempo e Telefone, reforçando a diversificação dos pontos de conversão e sustentando os resultados mesmo diante de oscilações naturais de demanda.</a:t>
            </a:r>
            <a:endParaRPr sz="1700">
              <a:solidFill>
                <a:schemeClr val="dk1"/>
              </a:solidFill>
              <a:latin typeface="Roboto"/>
              <a:ea typeface="Roboto"/>
              <a:cs typeface="Roboto"/>
              <a:sym typeface="Roboto"/>
            </a:endParaRPr>
          </a:p>
          <a:p>
            <a:pPr indent="0" lvl="0" marL="0" rtl="0" algn="l">
              <a:lnSpc>
                <a:spcPct val="150000"/>
              </a:lnSpc>
              <a:spcBef>
                <a:spcPts val="0"/>
              </a:spcBef>
              <a:spcAft>
                <a:spcPts val="0"/>
              </a:spcAft>
              <a:buNone/>
            </a:pPr>
            <a:r>
              <a:t/>
            </a:r>
            <a:endParaRPr sz="2000">
              <a:solidFill>
                <a:schemeClr val="accent1"/>
              </a:solidFill>
              <a:latin typeface="Roboto"/>
              <a:ea typeface="Roboto"/>
              <a:cs typeface="Roboto"/>
              <a:sym typeface="Roboto"/>
            </a:endParaRPr>
          </a:p>
          <a:p>
            <a:pPr indent="0" lvl="0" marL="0" rtl="0" algn="l">
              <a:lnSpc>
                <a:spcPct val="150000"/>
              </a:lnSpc>
              <a:spcBef>
                <a:spcPts val="0"/>
              </a:spcBef>
              <a:spcAft>
                <a:spcPts val="0"/>
              </a:spcAft>
              <a:buNone/>
            </a:pPr>
            <a:br>
              <a:rPr b="1" lang="pt-BR" sz="2000">
                <a:solidFill>
                  <a:schemeClr val="accent1"/>
                </a:solidFill>
                <a:latin typeface="Roboto"/>
                <a:ea typeface="Roboto"/>
                <a:cs typeface="Roboto"/>
                <a:sym typeface="Roboto"/>
              </a:rPr>
            </a:br>
            <a:endParaRPr b="1" sz="2000">
              <a:solidFill>
                <a:schemeClr val="accent1"/>
              </a:solidFill>
              <a:latin typeface="Roboto"/>
              <a:ea typeface="Roboto"/>
              <a:cs typeface="Roboto"/>
              <a:sym typeface="Roboto"/>
            </a:endParaRPr>
          </a:p>
          <a:p>
            <a:pPr indent="-336550" lvl="0" marL="457200" rtl="0" algn="l">
              <a:lnSpc>
                <a:spcPct val="115000"/>
              </a:lnSpc>
              <a:spcBef>
                <a:spcPts val="1200"/>
              </a:spcBef>
              <a:spcAft>
                <a:spcPts val="0"/>
              </a:spcAft>
              <a:buClr>
                <a:srgbClr val="9900FF"/>
              </a:buClr>
              <a:buSzPts val="1700"/>
              <a:buFont typeface="Roboto"/>
              <a:buChar char="❖"/>
            </a:pPr>
            <a:r>
              <a:rPr lang="pt-BR" sz="1700">
                <a:solidFill>
                  <a:schemeClr val="accent1"/>
                </a:solidFill>
                <a:latin typeface="Roboto"/>
                <a:ea typeface="Roboto"/>
                <a:cs typeface="Roboto"/>
                <a:sym typeface="Roboto"/>
              </a:rPr>
              <a:t>Atualização de textos e descrições das campanhas, buscando renovação da comunicação e ganho de relevância.</a:t>
            </a:r>
            <a:br>
              <a:rPr lang="pt-BR" sz="1700">
                <a:solidFill>
                  <a:schemeClr val="accent1"/>
                </a:solidFill>
                <a:latin typeface="Roboto"/>
                <a:ea typeface="Roboto"/>
                <a:cs typeface="Roboto"/>
                <a:sym typeface="Roboto"/>
              </a:rPr>
            </a:br>
            <a:endParaRPr sz="1700">
              <a:solidFill>
                <a:schemeClr val="accent1"/>
              </a:solidFill>
              <a:latin typeface="Roboto"/>
              <a:ea typeface="Roboto"/>
              <a:cs typeface="Roboto"/>
              <a:sym typeface="Roboto"/>
            </a:endParaRPr>
          </a:p>
          <a:p>
            <a:pPr indent="-336550" lvl="0" marL="457200" rtl="0" algn="l">
              <a:lnSpc>
                <a:spcPct val="115000"/>
              </a:lnSpc>
              <a:spcBef>
                <a:spcPts val="0"/>
              </a:spcBef>
              <a:spcAft>
                <a:spcPts val="0"/>
              </a:spcAft>
              <a:buClr>
                <a:srgbClr val="9900FF"/>
              </a:buClr>
              <a:buSzPts val="1700"/>
              <a:buFont typeface="Roboto"/>
              <a:buChar char="❖"/>
            </a:pPr>
            <a:r>
              <a:rPr lang="pt-BR" sz="1700">
                <a:solidFill>
                  <a:schemeClr val="accent1"/>
                </a:solidFill>
                <a:latin typeface="Roboto"/>
                <a:ea typeface="Roboto"/>
                <a:cs typeface="Roboto"/>
                <a:sym typeface="Roboto"/>
              </a:rPr>
              <a:t>Duplicação das campanhas no Meta Ads  para testar uma nova fase de aprendizado e avaliar potencial ganho de CTR e eficiência de entrega.</a:t>
            </a:r>
            <a:br>
              <a:rPr lang="pt-BR" sz="1700">
                <a:solidFill>
                  <a:schemeClr val="accent1"/>
                </a:solidFill>
                <a:latin typeface="Roboto"/>
                <a:ea typeface="Roboto"/>
                <a:cs typeface="Roboto"/>
                <a:sym typeface="Roboto"/>
              </a:rPr>
            </a:br>
            <a:endParaRPr sz="1700">
              <a:solidFill>
                <a:schemeClr val="accent1"/>
              </a:solidFill>
              <a:latin typeface="Roboto"/>
              <a:ea typeface="Roboto"/>
              <a:cs typeface="Roboto"/>
              <a:sym typeface="Roboto"/>
            </a:endParaRPr>
          </a:p>
          <a:p>
            <a:pPr indent="-336550" lvl="0" marL="457200" rtl="0" algn="l">
              <a:lnSpc>
                <a:spcPct val="115000"/>
              </a:lnSpc>
              <a:spcBef>
                <a:spcPts val="0"/>
              </a:spcBef>
              <a:spcAft>
                <a:spcPts val="0"/>
              </a:spcAft>
              <a:buClr>
                <a:srgbClr val="9900FF"/>
              </a:buClr>
              <a:buSzPts val="1700"/>
              <a:buFont typeface="Roboto"/>
              <a:buChar char="❖"/>
            </a:pPr>
            <a:r>
              <a:rPr lang="pt-BR" sz="1700">
                <a:solidFill>
                  <a:schemeClr val="accent1"/>
                </a:solidFill>
                <a:latin typeface="Roboto"/>
                <a:ea typeface="Roboto"/>
                <a:cs typeface="Roboto"/>
                <a:sym typeface="Roboto"/>
              </a:rPr>
              <a:t>Continuidade no processo de otimização e acompanhamento dos padrões de comportamento dos usuários, visando identificar oportunidades estratégicas para futuras ações.</a:t>
            </a:r>
            <a:endParaRPr sz="1700">
              <a:solidFill>
                <a:schemeClr val="accent1"/>
              </a:solidFill>
              <a:latin typeface="Roboto"/>
              <a:ea typeface="Roboto"/>
              <a:cs typeface="Roboto"/>
              <a:sym typeface="Roboto"/>
            </a:endParaRPr>
          </a:p>
        </p:txBody>
      </p:sp>
      <p:sp>
        <p:nvSpPr>
          <p:cNvPr id="283" name="Google Shape;283;p43"/>
          <p:cNvSpPr txBox="1"/>
          <p:nvPr/>
        </p:nvSpPr>
        <p:spPr>
          <a:xfrm>
            <a:off x="2297599" y="7098975"/>
            <a:ext cx="4887900" cy="16623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pt-BR" sz="6000">
                <a:solidFill>
                  <a:schemeClr val="lt1"/>
                </a:solidFill>
                <a:latin typeface="Roboto Medium"/>
                <a:ea typeface="Roboto Medium"/>
                <a:cs typeface="Roboto Medium"/>
                <a:sym typeface="Roboto Medium"/>
              </a:rPr>
              <a:t>Próximos Passos</a:t>
            </a:r>
            <a:endParaRPr sz="1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4"/>
          <p:cNvSpPr txBox="1"/>
          <p:nvPr/>
        </p:nvSpPr>
        <p:spPr>
          <a:xfrm>
            <a:off x="8233385" y="8248100"/>
            <a:ext cx="2856600" cy="6156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None/>
            </a:pPr>
            <a:r>
              <a:rPr lang="pt-BR" sz="1600">
                <a:solidFill>
                  <a:srgbClr val="403748"/>
                </a:solidFill>
                <a:latin typeface="Roboto"/>
                <a:ea typeface="Roboto"/>
                <a:cs typeface="Roboto"/>
                <a:sym typeface="Roboto"/>
              </a:rPr>
              <a:t>2024</a:t>
            </a:r>
            <a:endParaRPr sz="1600">
              <a:solidFill>
                <a:srgbClr val="403748"/>
              </a:solidFill>
              <a:latin typeface="Roboto"/>
              <a:ea typeface="Roboto"/>
              <a:cs typeface="Roboto"/>
              <a:sym typeface="Roboto"/>
            </a:endParaRPr>
          </a:p>
        </p:txBody>
      </p:sp>
      <p:sp>
        <p:nvSpPr>
          <p:cNvPr id="289" name="Google Shape;289;p44"/>
          <p:cNvSpPr txBox="1"/>
          <p:nvPr/>
        </p:nvSpPr>
        <p:spPr>
          <a:xfrm>
            <a:off x="13544949" y="912025"/>
            <a:ext cx="3950100" cy="1416000"/>
          </a:xfrm>
          <a:prstGeom prst="rect">
            <a:avLst/>
          </a:prstGeom>
          <a:noFill/>
          <a:ln>
            <a:noFill/>
          </a:ln>
        </p:spPr>
        <p:txBody>
          <a:bodyPr anchorCtr="0" anchor="ctr" bIns="45700" lIns="45700" spcFirstLastPara="1" rIns="45700" wrap="square" tIns="45700">
            <a:spAutoFit/>
          </a:bodyPr>
          <a:lstStyle/>
          <a:p>
            <a:pPr indent="0" lvl="0" marL="0" marR="0" rtl="0" algn="r">
              <a:lnSpc>
                <a:spcPct val="100000"/>
              </a:lnSpc>
              <a:spcBef>
                <a:spcPts val="0"/>
              </a:spcBef>
              <a:spcAft>
                <a:spcPts val="0"/>
              </a:spcAft>
              <a:buClr>
                <a:srgbClr val="FFFFFF"/>
              </a:buClr>
              <a:buSzPts val="1600"/>
              <a:buFont typeface="Arial"/>
              <a:buNone/>
            </a:pPr>
            <a:r>
              <a:rPr b="1" lang="pt-BR" sz="4600">
                <a:solidFill>
                  <a:srgbClr val="B864FF"/>
                </a:solidFill>
                <a:latin typeface="Roboto"/>
                <a:ea typeface="Roboto"/>
                <a:cs typeface="Roboto"/>
                <a:sym typeface="Roboto"/>
              </a:rPr>
              <a:t>Vamos falar?</a:t>
            </a:r>
            <a:endParaRPr b="1" sz="4600">
              <a:solidFill>
                <a:srgbClr val="B864FF"/>
              </a:solidFill>
              <a:latin typeface="Roboto"/>
              <a:ea typeface="Roboto"/>
              <a:cs typeface="Roboto"/>
              <a:sym typeface="Roboto"/>
            </a:endParaRPr>
          </a:p>
          <a:p>
            <a:pPr indent="0" lvl="0" marL="0" marR="0" rtl="0" algn="r">
              <a:lnSpc>
                <a:spcPct val="100000"/>
              </a:lnSpc>
              <a:spcBef>
                <a:spcPts val="0"/>
              </a:spcBef>
              <a:spcAft>
                <a:spcPts val="0"/>
              </a:spcAft>
              <a:buClr>
                <a:srgbClr val="FFFFFF"/>
              </a:buClr>
              <a:buSzPts val="1600"/>
              <a:buFont typeface="Arial"/>
              <a:buNone/>
            </a:pPr>
            <a:r>
              <a:rPr lang="pt-BR" sz="2000">
                <a:solidFill>
                  <a:srgbClr val="FCFBF3"/>
                </a:solidFill>
                <a:latin typeface="Roboto Medium"/>
                <a:ea typeface="Roboto Medium"/>
                <a:cs typeface="Roboto Medium"/>
                <a:sym typeface="Roboto Medium"/>
              </a:rPr>
              <a:t>negocios@ablab.com.br</a:t>
            </a:r>
            <a:endParaRPr sz="2000">
              <a:solidFill>
                <a:srgbClr val="FCFBF3"/>
              </a:solidFill>
              <a:latin typeface="Roboto Medium"/>
              <a:ea typeface="Roboto Medium"/>
              <a:cs typeface="Roboto Medium"/>
              <a:sym typeface="Roboto Medium"/>
            </a:endParaRPr>
          </a:p>
          <a:p>
            <a:pPr indent="0" lvl="0" marL="0" marR="0" rtl="0" algn="r">
              <a:lnSpc>
                <a:spcPct val="100000"/>
              </a:lnSpc>
              <a:spcBef>
                <a:spcPts val="0"/>
              </a:spcBef>
              <a:spcAft>
                <a:spcPts val="0"/>
              </a:spcAft>
              <a:buClr>
                <a:srgbClr val="FFFFFF"/>
              </a:buClr>
              <a:buSzPts val="1600"/>
              <a:buFont typeface="Arial"/>
              <a:buNone/>
            </a:pPr>
            <a:r>
              <a:rPr lang="pt-BR" sz="2000">
                <a:solidFill>
                  <a:srgbClr val="FCFBF3"/>
                </a:solidFill>
                <a:latin typeface="Roboto Medium"/>
                <a:ea typeface="Roboto Medium"/>
                <a:cs typeface="Roboto Medium"/>
                <a:sym typeface="Roboto Medium"/>
              </a:rPr>
              <a:t>+55 11‪ 99834‑9407‬</a:t>
            </a:r>
            <a:endParaRPr sz="2000">
              <a:solidFill>
                <a:srgbClr val="FCFBF3"/>
              </a:solidFill>
              <a:latin typeface="Roboto Medium"/>
              <a:ea typeface="Roboto Medium"/>
              <a:cs typeface="Roboto Medium"/>
              <a:sym typeface="Roboto Medium"/>
            </a:endParaRPr>
          </a:p>
        </p:txBody>
      </p:sp>
      <p:pic>
        <p:nvPicPr>
          <p:cNvPr id="290" name="Google Shape;290;p44"/>
          <p:cNvPicPr preferRelativeResize="0"/>
          <p:nvPr/>
        </p:nvPicPr>
        <p:blipFill>
          <a:blip r:embed="rId3">
            <a:alphaModFix/>
          </a:blip>
          <a:stretch>
            <a:fillRect/>
          </a:stretch>
        </p:blipFill>
        <p:spPr>
          <a:xfrm rot="-648064">
            <a:off x="17066825" y="676247"/>
            <a:ext cx="880474" cy="1292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b lab #template">
  <a:themeElements>
    <a:clrScheme name="Streamline">
      <a:dk1>
        <a:srgbClr val="FCFBF3"/>
      </a:dk1>
      <a:lt1>
        <a:srgbClr val="B864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a/b lab #template">
  <a:themeElements>
    <a:clrScheme name="Streamline">
      <a:dk1>
        <a:srgbClr val="FCFBF3"/>
      </a:dk1>
      <a:lt1>
        <a:srgbClr val="B864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